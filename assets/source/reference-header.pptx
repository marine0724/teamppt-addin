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2700" y="96"/>
      </p:cViewPr>
      <p:guideLst>
        <p:guide orient="horz" pos="2160"/>
        <p:guide pos="3840"/>
        <p:guide pos="211"/>
        <p:guide pos="7469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F11FF-F5EB-F143-7954-D15C6254E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588C8-B288-A1CB-A6ED-72699052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70AB4-F2A7-B335-6802-0C1AC2D5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855D2-9480-B1BD-32C0-3C1F2020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CC843-D4B6-E303-04B1-4A47C82D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9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6166A-698C-91A7-59AE-85487993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41D22F-B480-EF43-3667-2032A576A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8BE0A9-FA11-588B-AC7A-627ECD24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6A0932-9319-063B-1737-BB624913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4E027-FB2A-6A3F-9672-29CC5805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86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F9B6D-BCAB-5C14-6643-C7C9B5DC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FCEF7-7428-E481-085D-49F45FAB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6219B-40C8-3A04-CD7D-B1664DD1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A303B-B4DE-EBD6-F0F3-AD1B70C1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BA293-8CD8-3F00-3FEB-48BD47A4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98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BC25D-16D6-4561-FF8B-B79A9799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72BDE-5707-CFB8-0041-B8C31BC29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2FECB9-F851-952D-4157-64B7ABAD9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7FC665-2BE9-7ABB-7259-DA8304EE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282C4-93CC-4E60-A4F5-E319A0D7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3808F-0B37-89B8-5DB0-7A2ECDFB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78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920E3-0CC7-0508-E670-53535326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0F60ED-0226-395A-7770-6ACC8A87B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FC01D-8CF2-D55D-49A2-254F4FA94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41788C-37F2-23D1-5104-ABFCA6588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988EF0-5AB0-9F81-884C-25E7426B8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1D9169-335C-DE6C-C3C9-D904DBBB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185C59-E0BB-1706-523C-0CF0DE1E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9262C2-3058-EBFD-B014-BDCE39FC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2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DB12D-90F1-E5A3-1686-3EBAEAFB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7A9976-FB4A-3495-33B7-1DCD1751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366E53-BEC7-6FB2-47FD-576063A2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331308-6FA3-BD41-DA5C-0F49EE08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21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A7BA7B-0E97-1A05-30E6-D8040F14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7E6CC6-6C35-A618-52DB-C9F7742F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21CBE-646F-7C73-E13A-70F435E0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95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6912C-3F4E-99D5-D3F1-B1C800B3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F41E2-03A0-B73A-E2B2-23BD24A37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94B399-C4E6-5C3B-EF5D-B49CAB545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CFF71-0E1F-4205-CFDA-1E4A608A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438263-6BDD-69A2-2CE0-8510DCDD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7B53AE-648D-4F7F-53B2-1B00B95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28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F0CC3-7AD0-EE72-DBAA-AD065ADB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D30994-490E-3FC0-C0E9-FABF3124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1ABFEA-8BF8-C603-71CF-1DA479C95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9D2C0A-E84E-BCF2-8997-C74C70F6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A6156-F143-A8D5-5FE0-DDA9DAA1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5D4F7-7BCD-E069-BB5A-EB66DC18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9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87978-CC2A-F628-D4B7-36020D16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FB098E-478A-C0ED-2E9D-2F5AD7716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D9D929-A45C-7C3B-C45C-7DD4277B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1F8F8-6F57-ED4C-9F95-67895CE5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A37C6-8128-137D-70AF-9439B4F2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0F684A-57C5-3489-FDDF-D110FBBA5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AEC63D-2B36-B4BA-2F2C-D3F502D4F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2D5029-79E0-225A-EB0A-7FED7EEA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D1BBE-63E5-15FB-CFE3-BCA26CA6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9FBC9-594C-BBDF-736D-FB78E16C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7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D0F8CB-1343-865B-E9F1-F622BB08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55C4A6-A1B3-FE52-0720-E9E7BE04F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BAEAE5-9A72-E536-3384-8BD6B3937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329F9-C546-ADD3-00E2-287E7E0AE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68E0C-1528-C326-60D9-760A5DDB7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87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2FFA7FD-3370-0E73-3E61-0B5D80B5176E}"/>
              </a:ext>
            </a:extLst>
          </p:cNvPr>
          <p:cNvSpPr/>
          <p:nvPr/>
        </p:nvSpPr>
        <p:spPr>
          <a:xfrm>
            <a:off x="584570" y="260324"/>
            <a:ext cx="11272468" cy="34567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20" dirty="0"/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FEECEEE9-CADD-7437-CB41-DF3EF38CE59F}"/>
              </a:ext>
            </a:extLst>
          </p:cNvPr>
          <p:cNvSpPr/>
          <p:nvPr/>
        </p:nvSpPr>
        <p:spPr>
          <a:xfrm>
            <a:off x="343244" y="192033"/>
            <a:ext cx="433419" cy="470516"/>
          </a:xfrm>
          <a:prstGeom prst="round2SameRect">
            <a:avLst>
              <a:gd name="adj1" fmla="val 0"/>
              <a:gd name="adj2" fmla="val 50000"/>
            </a:avLst>
          </a:prstGeom>
          <a:gradFill>
            <a:gsLst>
              <a:gs pos="0">
                <a:srgbClr val="3472FE"/>
              </a:gs>
              <a:gs pos="100000">
                <a:srgbClr val="3472FE">
                  <a:lumMod val="9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600" spc="-2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  <a:cs typeface="Arial" panose="020B0604020202020204" pitchFamily="34" charset="0"/>
                <a:sym typeface="KoPub돋움체 Bold"/>
              </a:rPr>
              <a:t>01</a:t>
            </a:r>
            <a:endParaRPr lang="ko-KR" altLang="en-US" sz="1600" spc="-2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  <a:cs typeface="Arial" panose="020B0604020202020204" pitchFamily="34" charset="0"/>
              <a:sym typeface="KoPub돋움체 Bold"/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0B82C271-6F38-596D-4C6D-30E6098B4598}"/>
              </a:ext>
            </a:extLst>
          </p:cNvPr>
          <p:cNvSpPr/>
          <p:nvPr/>
        </p:nvSpPr>
        <p:spPr>
          <a:xfrm>
            <a:off x="775401" y="188913"/>
            <a:ext cx="61455" cy="71412"/>
          </a:xfrm>
          <a:custGeom>
            <a:avLst/>
            <a:gdLst>
              <a:gd name="connsiteX0" fmla="*/ 0 w 110716"/>
              <a:gd name="connsiteY0" fmla="*/ 0 h 147704"/>
              <a:gd name="connsiteX1" fmla="*/ 110717 w 110716"/>
              <a:gd name="connsiteY1" fmla="*/ 147704 h 147704"/>
              <a:gd name="connsiteX2" fmla="*/ 0 w 110716"/>
              <a:gd name="connsiteY2" fmla="*/ 147704 h 147704"/>
              <a:gd name="connsiteX3" fmla="*/ 0 w 110716"/>
              <a:gd name="connsiteY3" fmla="*/ 0 h 147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16" h="147704">
                <a:moveTo>
                  <a:pt x="0" y="0"/>
                </a:moveTo>
                <a:lnTo>
                  <a:pt x="110717" y="147704"/>
                </a:lnTo>
                <a:lnTo>
                  <a:pt x="0" y="147704"/>
                </a:lnTo>
                <a:lnTo>
                  <a:pt x="0" y="0"/>
                </a:lnTo>
                <a:close/>
              </a:path>
            </a:pathLst>
          </a:custGeom>
          <a:solidFill>
            <a:srgbClr val="012B89">
              <a:alpha val="80000"/>
            </a:srgbClr>
          </a:solidFill>
          <a:ln w="409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sz="1600" spc="-2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584BAF-FE4E-C9FB-9E15-3FC2CF7ADBDC}"/>
              </a:ext>
            </a:extLst>
          </p:cNvPr>
          <p:cNvSpPr txBox="1"/>
          <p:nvPr/>
        </p:nvSpPr>
        <p:spPr>
          <a:xfrm>
            <a:off x="1026271" y="344133"/>
            <a:ext cx="643242" cy="178053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pc="-20" dirty="0">
                <a:latin typeface="프리젠테이션 7 Bold" pitchFamily="2" charset="-127"/>
                <a:ea typeface="프리젠테이션 7 Bold" pitchFamily="2" charset="-127"/>
                <a:sym typeface="KoPub돋움체 Bold"/>
              </a:rPr>
              <a:t>페이지 제목</a:t>
            </a:r>
            <a:endParaRPr lang="en-US" altLang="ko-KR" sz="1400" spc="-20" dirty="0">
              <a:latin typeface="프리젠테이션 7 Bold" pitchFamily="2" charset="-127"/>
              <a:ea typeface="프리젠테이션 7 Bold" pitchFamily="2" charset="-127"/>
              <a:sym typeface="KoPub돋움체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0CB964-BACE-73E8-F2C0-C8F4F51D7283}"/>
              </a:ext>
            </a:extLst>
          </p:cNvPr>
          <p:cNvSpPr txBox="1"/>
          <p:nvPr/>
        </p:nvSpPr>
        <p:spPr>
          <a:xfrm>
            <a:off x="11532525" y="326810"/>
            <a:ext cx="74905" cy="21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36000" rIns="0" bIns="36000">
            <a:spAutoFit/>
          </a:bodyPr>
          <a:lstStyle>
            <a:lvl1pPr>
              <a:defRPr sz="2000">
                <a:latin typeface="KoPub돋움체 Bold"/>
                <a:ea typeface="KoPub돋움체 Bold"/>
                <a:cs typeface="KoPub돋움체 Bold"/>
                <a:sym typeface="KoPub돋움체 Bold"/>
              </a:defRPr>
            </a:lvl1pPr>
          </a:lstStyle>
          <a:p>
            <a:pPr algn="r"/>
            <a:r>
              <a:rPr lang="en-US" altLang="ko-KR" sz="1200" spc="-20" dirty="0">
                <a:solidFill>
                  <a:srgbClr val="3472FE"/>
                </a:solidFill>
                <a:latin typeface="프리젠테이션 5 Medium" pitchFamily="2" charset="-127"/>
                <a:ea typeface="프리젠테이션 5 Medium" pitchFamily="2" charset="-127"/>
                <a:cs typeface="Arial" panose="020B0604020202020204" pitchFamily="34" charset="0"/>
              </a:rPr>
              <a:t>0</a:t>
            </a:r>
            <a:endParaRPr lang="ko-KR" altLang="en-US" sz="1200" spc="-20" dirty="0">
              <a:solidFill>
                <a:srgbClr val="3472FE"/>
              </a:solidFill>
              <a:latin typeface="프리젠테이션 5 Medium" pitchFamily="2" charset="-127"/>
              <a:ea typeface="프리젠테이션 5 Medium" pitchFamily="2" charset="-127"/>
              <a:cs typeface="Arial" panose="020B0604020202020204" pitchFamily="34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5A1ECF6-7EC1-BD60-A673-3DA93078B20F}"/>
              </a:ext>
            </a:extLst>
          </p:cNvPr>
          <p:cNvCxnSpPr>
            <a:cxnSpLocks/>
          </p:cNvCxnSpPr>
          <p:nvPr/>
        </p:nvCxnSpPr>
        <p:spPr>
          <a:xfrm>
            <a:off x="11359054" y="370096"/>
            <a:ext cx="0" cy="12612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래픽 13">
            <a:extLst>
              <a:ext uri="{FF2B5EF4-FFF2-40B4-BE49-F238E27FC236}">
                <a16:creationId xmlns:a16="http://schemas.microsoft.com/office/drawing/2014/main" id="{BCD1FB88-3E3A-5BB0-30B4-D9AB15A30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50420" y="389865"/>
            <a:ext cx="342895" cy="8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06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A8BC9-7591-BA11-220A-A65E49697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5116FC07-9F50-EC4B-D61C-4FBF6C197031}"/>
              </a:ext>
            </a:extLst>
          </p:cNvPr>
          <p:cNvSpPr/>
          <p:nvPr/>
        </p:nvSpPr>
        <p:spPr>
          <a:xfrm>
            <a:off x="350321" y="188913"/>
            <a:ext cx="384960" cy="385223"/>
          </a:xfrm>
          <a:custGeom>
            <a:avLst/>
            <a:gdLst>
              <a:gd name="connsiteX0" fmla="*/ 0 w 464082"/>
              <a:gd name="connsiteY0" fmla="*/ 0 h 464399"/>
              <a:gd name="connsiteX1" fmla="*/ 464082 w 464082"/>
              <a:gd name="connsiteY1" fmla="*/ 0 h 464399"/>
              <a:gd name="connsiteX2" fmla="*/ 464082 w 464082"/>
              <a:gd name="connsiteY2" fmla="*/ 324388 h 464399"/>
              <a:gd name="connsiteX3" fmla="*/ 324071 w 464082"/>
              <a:gd name="connsiteY3" fmla="*/ 464399 h 464399"/>
              <a:gd name="connsiteX4" fmla="*/ 0 w 464082"/>
              <a:gd name="connsiteY4" fmla="*/ 464399 h 46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082" h="464399">
                <a:moveTo>
                  <a:pt x="0" y="0"/>
                </a:moveTo>
                <a:lnTo>
                  <a:pt x="464082" y="0"/>
                </a:lnTo>
                <a:lnTo>
                  <a:pt x="464082" y="324388"/>
                </a:lnTo>
                <a:cubicBezTo>
                  <a:pt x="464082" y="401665"/>
                  <a:pt x="401348" y="464399"/>
                  <a:pt x="324071" y="464399"/>
                </a:cubicBezTo>
                <a:lnTo>
                  <a:pt x="0" y="464399"/>
                </a:lnTo>
                <a:close/>
              </a:path>
            </a:pathLst>
          </a:custGeom>
          <a:solidFill>
            <a:srgbClr val="3472FE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04CD1F2-FB08-112F-FE07-91B5AD2DB7F1}"/>
              </a:ext>
            </a:extLst>
          </p:cNvPr>
          <p:cNvCxnSpPr>
            <a:cxnSpLocks/>
          </p:cNvCxnSpPr>
          <p:nvPr/>
        </p:nvCxnSpPr>
        <p:spPr>
          <a:xfrm>
            <a:off x="11382680" y="318659"/>
            <a:ext cx="0" cy="12573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AA605D9-DC83-0D11-3561-79036394DBC8}"/>
              </a:ext>
            </a:extLst>
          </p:cNvPr>
          <p:cNvSpPr txBox="1"/>
          <p:nvPr/>
        </p:nvSpPr>
        <p:spPr>
          <a:xfrm>
            <a:off x="11495018" y="269606"/>
            <a:ext cx="236371" cy="223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347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</a:t>
            </a:r>
            <a:endParaRPr lang="ko-KR" altLang="en-US" sz="1000" dirty="0">
              <a:solidFill>
                <a:srgbClr val="3472F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17B87-FDC0-0473-320D-BAD6AD8EE51E}"/>
              </a:ext>
            </a:extLst>
          </p:cNvPr>
          <p:cNvSpPr txBox="1"/>
          <p:nvPr/>
        </p:nvSpPr>
        <p:spPr>
          <a:xfrm>
            <a:off x="460611" y="283595"/>
            <a:ext cx="164381" cy="1958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kumimoji="0" lang="ko-KR" altLang="en-US" sz="1400" b="0" i="0" u="none" strike="noStrike" kern="1200" cap="none" spc="-2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93EA3-4DD6-9E5D-CF6E-E8CFD22A6D49}"/>
              </a:ext>
            </a:extLst>
          </p:cNvPr>
          <p:cNvSpPr txBox="1"/>
          <p:nvPr/>
        </p:nvSpPr>
        <p:spPr>
          <a:xfrm>
            <a:off x="866620" y="304580"/>
            <a:ext cx="57037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20" normalizeH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페이지 제목</a:t>
            </a:r>
            <a:endParaRPr kumimoji="0" lang="ko-KR" altLang="en-US" sz="1100" b="0" i="0" u="none" strike="noStrike" kern="1200" cap="none" spc="-20" normalizeH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8D200DDA-E55D-AF50-C280-61F194EAE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9152" y="333899"/>
            <a:ext cx="342895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1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05312-D826-BEB2-F4F6-EAE496E3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E36DD6A-99F5-B20D-6C3E-B09735F27115}"/>
              </a:ext>
            </a:extLst>
          </p:cNvPr>
          <p:cNvSpPr/>
          <p:nvPr/>
        </p:nvSpPr>
        <p:spPr>
          <a:xfrm>
            <a:off x="622232" y="504042"/>
            <a:ext cx="11234805" cy="3995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 algn="ctr"/>
            <a:endParaRPr lang="ko-KR" altLang="en-US" sz="2000"/>
          </a:p>
        </p:txBody>
      </p:sp>
      <p:sp>
        <p:nvSpPr>
          <p:cNvPr id="9" name="사각형: 둥근 한쪽 모서리 8">
            <a:extLst>
              <a:ext uri="{FF2B5EF4-FFF2-40B4-BE49-F238E27FC236}">
                <a16:creationId xmlns:a16="http://schemas.microsoft.com/office/drawing/2014/main" id="{BA6858F3-06C7-0D4E-0B4D-96B1F3CF9516}"/>
              </a:ext>
            </a:extLst>
          </p:cNvPr>
          <p:cNvSpPr/>
          <p:nvPr/>
        </p:nvSpPr>
        <p:spPr>
          <a:xfrm rot="5400000">
            <a:off x="332798" y="191078"/>
            <a:ext cx="294409" cy="290080"/>
          </a:xfrm>
          <a:prstGeom prst="round1Rect">
            <a:avLst/>
          </a:prstGeom>
          <a:solidFill>
            <a:srgbClr val="3472F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 sz="2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7082D57-DFD1-260F-03E8-E6E0E23CD698}"/>
              </a:ext>
            </a:extLst>
          </p:cNvPr>
          <p:cNvGrpSpPr/>
          <p:nvPr/>
        </p:nvGrpSpPr>
        <p:grpSpPr>
          <a:xfrm>
            <a:off x="8680544" y="233358"/>
            <a:ext cx="3066205" cy="212428"/>
            <a:chOff x="8088001" y="3025781"/>
            <a:chExt cx="3372825" cy="23367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F90E8F-5EBA-B880-BA96-4A3A185C282B}"/>
                </a:ext>
              </a:extLst>
            </p:cNvPr>
            <p:cNvSpPr txBox="1"/>
            <p:nvPr/>
          </p:nvSpPr>
          <p:spPr>
            <a:xfrm>
              <a:off x="8088001" y="3025781"/>
              <a:ext cx="494615" cy="233671"/>
            </a:xfrm>
            <a:prstGeom prst="roundRect">
              <a:avLst/>
            </a:prstGeom>
            <a:noFill/>
            <a:ln w="3175">
              <a:noFill/>
            </a:ln>
          </p:spPr>
          <p:txBody>
            <a:bodyPr wrap="none" lIns="108000" tIns="36000" rIns="108000" bIns="36000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rgbClr val="014DA2"/>
                  </a:solidFill>
                  <a:latin typeface="프리젠테이션 5 Medium" pitchFamily="2" charset="-127"/>
                  <a:ea typeface="프리젠테이션 5 Medium" pitchFamily="2" charset="-127"/>
                  <a:cs typeface="Pretendard ExtraBold" panose="02000903000000020004" pitchFamily="50" charset="-127"/>
                </a:defRPr>
              </a:lvl1pPr>
            </a:lstStyle>
            <a:p>
              <a:r>
                <a:rPr lang="ko-KR" altLang="en-US" dirty="0">
                  <a:solidFill>
                    <a:srgbClr val="3472FE"/>
                  </a:solidFill>
                </a:rPr>
                <a:t>분류 </a:t>
              </a:r>
              <a:r>
                <a:rPr lang="en-US" altLang="ko-KR" dirty="0">
                  <a:solidFill>
                    <a:srgbClr val="3472FE"/>
                  </a:solidFill>
                </a:rPr>
                <a:t>1</a:t>
              </a:r>
              <a:endParaRPr lang="ko-KR" altLang="en-US" dirty="0">
                <a:solidFill>
                  <a:srgbClr val="3472FE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B64ACA-5882-6B7D-C881-BC1825BFB936}"/>
                </a:ext>
              </a:extLst>
            </p:cNvPr>
            <p:cNvSpPr txBox="1"/>
            <p:nvPr/>
          </p:nvSpPr>
          <p:spPr>
            <a:xfrm>
              <a:off x="8809220" y="3025781"/>
              <a:ext cx="492949" cy="233671"/>
            </a:xfrm>
            <a:prstGeom prst="roundRect">
              <a:avLst/>
            </a:prstGeom>
            <a:noFill/>
            <a:ln w="3175">
              <a:noFill/>
            </a:ln>
          </p:spPr>
          <p:txBody>
            <a:bodyPr wrap="none" lIns="108000" tIns="36000" rIns="108000" bIns="36000">
              <a:spAutoFit/>
            </a:bodyPr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분류 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2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9BB53BF-757C-0C86-2A28-AD7B6C220150}"/>
                </a:ext>
              </a:extLst>
            </p:cNvPr>
            <p:cNvSpPr txBox="1"/>
            <p:nvPr/>
          </p:nvSpPr>
          <p:spPr>
            <a:xfrm>
              <a:off x="9528773" y="3025781"/>
              <a:ext cx="492949" cy="233671"/>
            </a:xfrm>
            <a:prstGeom prst="roundRect">
              <a:avLst/>
            </a:prstGeom>
            <a:noFill/>
            <a:ln w="3175">
              <a:noFill/>
            </a:ln>
          </p:spPr>
          <p:txBody>
            <a:bodyPr wrap="none" lIns="108000" tIns="36000" rIns="108000" bIns="36000">
              <a:spAutoFit/>
            </a:bodyPr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분류 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3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19270C-9C25-314A-C879-186E94AC2721}"/>
                </a:ext>
              </a:extLst>
            </p:cNvPr>
            <p:cNvSpPr txBox="1"/>
            <p:nvPr/>
          </p:nvSpPr>
          <p:spPr>
            <a:xfrm>
              <a:off x="10248326" y="3025781"/>
              <a:ext cx="492949" cy="233671"/>
            </a:xfrm>
            <a:prstGeom prst="roundRect">
              <a:avLst/>
            </a:prstGeom>
            <a:noFill/>
            <a:ln w="3175">
              <a:noFill/>
            </a:ln>
          </p:spPr>
          <p:txBody>
            <a:bodyPr wrap="none" lIns="108000" tIns="36000" rIns="108000" bIns="36000">
              <a:spAutoFit/>
            </a:bodyPr>
            <a:lstStyle>
              <a:defPPr>
                <a:defRPr lang="ko-KR"/>
              </a:defPPr>
              <a:lvl1pPr>
                <a:defRPr sz="90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defRPr>
              </a:lvl1pPr>
            </a:lstStyle>
            <a:p>
              <a:r>
                <a:rPr lang="ko-KR" altLang="en-US" dirty="0"/>
                <a:t>분류 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E9B3A0D-79B9-5025-BD4A-2D077DE4444C}"/>
                </a:ext>
              </a:extLst>
            </p:cNvPr>
            <p:cNvSpPr txBox="1"/>
            <p:nvPr/>
          </p:nvSpPr>
          <p:spPr>
            <a:xfrm>
              <a:off x="10967877" y="3025781"/>
              <a:ext cx="492949" cy="233671"/>
            </a:xfrm>
            <a:prstGeom prst="roundRect">
              <a:avLst/>
            </a:prstGeom>
            <a:noFill/>
            <a:ln w="3175">
              <a:noFill/>
            </a:ln>
          </p:spPr>
          <p:txBody>
            <a:bodyPr wrap="none" lIns="108000" tIns="36000" rIns="108000" bIns="36000">
              <a:spAutoFit/>
            </a:bodyPr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분류 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  <a:latin typeface="프리젠테이션 4 Regular" pitchFamily="2" charset="-127"/>
                  <a:ea typeface="프리젠테이션 4 Regular" pitchFamily="2" charset="-127"/>
                  <a:cs typeface="Pretendard ExtraBold" panose="02000903000000020004" pitchFamily="50" charset="-127"/>
                </a:rPr>
                <a:t>5</a:t>
              </a:r>
              <a:endParaRPr lang="ko-KR" altLang="en-US" sz="900" dirty="0">
                <a:solidFill>
                  <a:schemeClr val="bg1">
                    <a:lumMod val="6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50" charset="-127"/>
              </a:endParaRP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C68A4FCD-5D19-45A7-368A-960522ED236B}"/>
                </a:ext>
              </a:extLst>
            </p:cNvPr>
            <p:cNvCxnSpPr/>
            <p:nvPr/>
          </p:nvCxnSpPr>
          <p:spPr>
            <a:xfrm>
              <a:off x="8695918" y="3060235"/>
              <a:ext cx="0" cy="161925"/>
            </a:xfrm>
            <a:prstGeom prst="line">
              <a:avLst/>
            </a:prstGeom>
            <a:ln w="6350">
              <a:solidFill>
                <a:schemeClr val="bg1">
                  <a:lumMod val="6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4B5C81F-72B6-2CCD-C3CB-8C2B6881F473}"/>
                </a:ext>
              </a:extLst>
            </p:cNvPr>
            <p:cNvCxnSpPr/>
            <p:nvPr/>
          </p:nvCxnSpPr>
          <p:spPr>
            <a:xfrm>
              <a:off x="9415471" y="3060235"/>
              <a:ext cx="0" cy="161925"/>
            </a:xfrm>
            <a:prstGeom prst="line">
              <a:avLst/>
            </a:prstGeom>
            <a:ln w="6350">
              <a:solidFill>
                <a:schemeClr val="bg1">
                  <a:lumMod val="6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A54AF5-3590-590E-015C-AF35F1BC9BDC}"/>
                </a:ext>
              </a:extLst>
            </p:cNvPr>
            <p:cNvCxnSpPr/>
            <p:nvPr/>
          </p:nvCxnSpPr>
          <p:spPr>
            <a:xfrm>
              <a:off x="10135024" y="3060235"/>
              <a:ext cx="0" cy="161925"/>
            </a:xfrm>
            <a:prstGeom prst="line">
              <a:avLst/>
            </a:prstGeom>
            <a:ln w="6350">
              <a:solidFill>
                <a:schemeClr val="bg1">
                  <a:lumMod val="6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3C6B0FF0-6715-BB59-E8F5-50209A684471}"/>
                </a:ext>
              </a:extLst>
            </p:cNvPr>
            <p:cNvCxnSpPr/>
            <p:nvPr/>
          </p:nvCxnSpPr>
          <p:spPr>
            <a:xfrm>
              <a:off x="10854577" y="3060235"/>
              <a:ext cx="0" cy="161925"/>
            </a:xfrm>
            <a:prstGeom prst="line">
              <a:avLst/>
            </a:prstGeom>
            <a:ln w="6350">
              <a:solidFill>
                <a:schemeClr val="bg1">
                  <a:lumMod val="65000"/>
                  <a:alpha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50D6EB7-62EA-30FF-6D00-2EC7B5268232}"/>
              </a:ext>
            </a:extLst>
          </p:cNvPr>
          <p:cNvCxnSpPr>
            <a:cxnSpLocks/>
            <a:stCxn id="12" idx="6"/>
            <a:endCxn id="16" idx="2"/>
          </p:cNvCxnSpPr>
          <p:nvPr/>
        </p:nvCxnSpPr>
        <p:spPr>
          <a:xfrm>
            <a:off x="921255" y="336119"/>
            <a:ext cx="594005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5872B363-8719-DAA8-CFBC-3252C572D66F}"/>
              </a:ext>
            </a:extLst>
          </p:cNvPr>
          <p:cNvSpPr/>
          <p:nvPr/>
        </p:nvSpPr>
        <p:spPr>
          <a:xfrm>
            <a:off x="852705" y="301843"/>
            <a:ext cx="68550" cy="68550"/>
          </a:xfrm>
          <a:prstGeom prst="ellipse">
            <a:avLst/>
          </a:prstGeom>
          <a:solidFill>
            <a:srgbClr val="3472FE"/>
          </a:solidFill>
          <a:ln w="635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709C06A-5821-ABAC-019E-0BC4F18CB193}"/>
              </a:ext>
            </a:extLst>
          </p:cNvPr>
          <p:cNvSpPr/>
          <p:nvPr/>
        </p:nvSpPr>
        <p:spPr>
          <a:xfrm>
            <a:off x="1016076" y="310367"/>
            <a:ext cx="51503" cy="515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C60EACF-C0C4-85EF-770D-AF509AA6023D}"/>
              </a:ext>
            </a:extLst>
          </p:cNvPr>
          <p:cNvSpPr/>
          <p:nvPr/>
        </p:nvSpPr>
        <p:spPr>
          <a:xfrm>
            <a:off x="1189368" y="310367"/>
            <a:ext cx="51503" cy="515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316E184-F699-990E-2A10-80AD39A2C935}"/>
              </a:ext>
            </a:extLst>
          </p:cNvPr>
          <p:cNvSpPr/>
          <p:nvPr/>
        </p:nvSpPr>
        <p:spPr>
          <a:xfrm>
            <a:off x="1515259" y="310367"/>
            <a:ext cx="51503" cy="515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AECBF8B-8E92-EE81-1341-581D1C9BBD1E}"/>
              </a:ext>
            </a:extLst>
          </p:cNvPr>
          <p:cNvSpPr/>
          <p:nvPr/>
        </p:nvSpPr>
        <p:spPr>
          <a:xfrm>
            <a:off x="1355561" y="310367"/>
            <a:ext cx="51503" cy="515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26B417-A017-661C-D0DE-BCB81D996494}"/>
              </a:ext>
            </a:extLst>
          </p:cNvPr>
          <p:cNvSpPr txBox="1"/>
          <p:nvPr/>
        </p:nvSpPr>
        <p:spPr>
          <a:xfrm>
            <a:off x="337772" y="231194"/>
            <a:ext cx="284461" cy="2238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 ExtraBold" panose="02000903000000020004" pitchFamily="50" charset="-127"/>
              </a:rPr>
              <a:t>Ⅰ</a:t>
            </a:r>
            <a:endParaRPr lang="en-US" altLang="ko-KR" sz="10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  <a:cs typeface="Pretendard ExtraBold" panose="020009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1C24C9-6AEE-BC18-A157-10053F42EB46}"/>
              </a:ext>
            </a:extLst>
          </p:cNvPr>
          <p:cNvSpPr txBox="1"/>
          <p:nvPr/>
        </p:nvSpPr>
        <p:spPr>
          <a:xfrm>
            <a:off x="834056" y="565348"/>
            <a:ext cx="614970" cy="276944"/>
          </a:xfrm>
          <a:prstGeom prst="rect">
            <a:avLst/>
          </a:prstGeom>
          <a:noFill/>
        </p:spPr>
        <p:txBody>
          <a:bodyPr wrap="none" lIns="0" tIns="44166" rIns="0" bIns="44166" anchor="ctr" anchorCtr="0">
            <a:spAutoFit/>
          </a:bodyPr>
          <a:lstStyle/>
          <a:p>
            <a:r>
              <a:rPr lang="ko-KR" altLang="en-US" sz="1400" spc="-50" dirty="0">
                <a:latin typeface="프리젠테이션 6 SemiBold" pitchFamily="2" charset="-127"/>
                <a:ea typeface="프리젠테이션 6 SemiBold" pitchFamily="2" charset="-127"/>
              </a:rPr>
              <a:t>페이지 제목</a:t>
            </a:r>
            <a:endParaRPr lang="ko-KR" altLang="en-US" sz="1400" spc="-5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20" name="그래픽 19">
            <a:extLst>
              <a:ext uri="{FF2B5EF4-FFF2-40B4-BE49-F238E27FC236}">
                <a16:creationId xmlns:a16="http://schemas.microsoft.com/office/drawing/2014/main" id="{0D99075D-FB88-ECEB-537E-328F54EEE1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7480" y="656195"/>
            <a:ext cx="342895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57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12172-F70B-C9DA-A0AB-AD941467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11C0462-E317-8CF8-449E-0EF3D140CE8A}"/>
              </a:ext>
            </a:extLst>
          </p:cNvPr>
          <p:cNvSpPr/>
          <p:nvPr/>
        </p:nvSpPr>
        <p:spPr>
          <a:xfrm>
            <a:off x="11668480" y="305509"/>
            <a:ext cx="62488" cy="139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000" spc="-64" dirty="0">
                <a:solidFill>
                  <a:srgbClr val="347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764554-5593-54FE-2E60-5BD288D8A0CF}"/>
              </a:ext>
            </a:extLst>
          </p:cNvPr>
          <p:cNvSpPr/>
          <p:nvPr/>
        </p:nvSpPr>
        <p:spPr>
          <a:xfrm>
            <a:off x="334963" y="188913"/>
            <a:ext cx="373091" cy="385330"/>
          </a:xfrm>
          <a:prstGeom prst="rect">
            <a:avLst/>
          </a:prstGeom>
          <a:solidFill>
            <a:srgbClr val="347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200" spc="-70">
              <a:solidFill>
                <a:schemeClr val="tx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6F98F7-9943-98BB-BBE0-24FFF32027A8}"/>
              </a:ext>
            </a:extLst>
          </p:cNvPr>
          <p:cNvSpPr/>
          <p:nvPr/>
        </p:nvSpPr>
        <p:spPr>
          <a:xfrm>
            <a:off x="883603" y="274878"/>
            <a:ext cx="1603003" cy="201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 제목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｜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 소제목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E2E2E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A1F60A-5F3F-68D6-3973-FB0B4F561FF6}"/>
              </a:ext>
            </a:extLst>
          </p:cNvPr>
          <p:cNvSpPr/>
          <p:nvPr/>
        </p:nvSpPr>
        <p:spPr>
          <a:xfrm>
            <a:off x="461032" y="311628"/>
            <a:ext cx="120955" cy="139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</a:p>
        </p:txBody>
      </p:sp>
      <p:pic>
        <p:nvPicPr>
          <p:cNvPr id="30" name="그래픽 29">
            <a:extLst>
              <a:ext uri="{FF2B5EF4-FFF2-40B4-BE49-F238E27FC236}">
                <a16:creationId xmlns:a16="http://schemas.microsoft.com/office/drawing/2014/main" id="{DFCFDB60-7FAE-CDEC-24D8-2BA757F8B4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243" y="327834"/>
            <a:ext cx="342895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34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85A34-1530-84B1-43C0-1B5DA5D9A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2">
            <a:extLst>
              <a:ext uri="{FF2B5EF4-FFF2-40B4-BE49-F238E27FC236}">
                <a16:creationId xmlns:a16="http://schemas.microsoft.com/office/drawing/2014/main" id="{C2406625-4E6E-D394-9441-8082BC9AB7A5}"/>
              </a:ext>
            </a:extLst>
          </p:cNvPr>
          <p:cNvSpPr txBox="1"/>
          <p:nvPr/>
        </p:nvSpPr>
        <p:spPr>
          <a:xfrm>
            <a:off x="11475482" y="213778"/>
            <a:ext cx="84960" cy="153888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 latinLnBrk="0"/>
            <a:r>
              <a:rPr lang="en-US" altLang="ko-KR" sz="1000" kern="0" dirty="0">
                <a:solidFill>
                  <a:srgbClr val="004098"/>
                </a:solidFill>
                <a:latin typeface="페이퍼로지 7 Bold" pitchFamily="2" charset="-127"/>
                <a:ea typeface="페이퍼로지 7 Bold" pitchFamily="2" charset="-127"/>
              </a:rPr>
              <a:t>0</a:t>
            </a:r>
            <a:endParaRPr lang="af-ZA" altLang="ko-KR" sz="1000" kern="0" dirty="0">
              <a:solidFill>
                <a:srgbClr val="004098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BBC42709-4FD7-5471-BAD6-05EE988D40A9}"/>
              </a:ext>
            </a:extLst>
          </p:cNvPr>
          <p:cNvSpPr txBox="1"/>
          <p:nvPr/>
        </p:nvSpPr>
        <p:spPr>
          <a:xfrm>
            <a:off x="1269147" y="220773"/>
            <a:ext cx="728637" cy="139898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/>
            <a:r>
              <a:rPr lang="ko-KR" altLang="en-US" sz="1000" kern="0" dirty="0">
                <a:solidFill>
                  <a:schemeClr val="bg1">
                    <a:lumMod val="65000"/>
                  </a:schemeClr>
                </a:solidFill>
                <a:latin typeface="에이투지체 4 Regular" pitchFamily="50" charset="-127"/>
                <a:ea typeface="에이투지체 4 Regular" pitchFamily="50" charset="-127"/>
              </a:rPr>
              <a:t>주제 및 </a:t>
            </a:r>
            <a:r>
              <a:rPr lang="ko-KR" altLang="en-US" sz="1000" kern="0" dirty="0" err="1">
                <a:solidFill>
                  <a:schemeClr val="bg1">
                    <a:lumMod val="65000"/>
                  </a:schemeClr>
                </a:solidFill>
                <a:latin typeface="에이투지체 4 Regular" pitchFamily="50" charset="-127"/>
                <a:ea typeface="에이투지체 4 Regular" pitchFamily="50" charset="-127"/>
              </a:rPr>
              <a:t>대제목</a:t>
            </a:r>
            <a:endParaRPr lang="af-ZA" altLang="ko-KR" sz="1000" kern="0" dirty="0">
              <a:solidFill>
                <a:schemeClr val="bg1">
                  <a:lumMod val="65000"/>
                </a:schemeClr>
              </a:solidFill>
              <a:latin typeface="에이투지체 4 Regular" pitchFamily="50" charset="-127"/>
              <a:ea typeface="에이투지체 4 Regular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D86C3B6-105C-417F-BA01-BEBE1C2914D4}"/>
              </a:ext>
            </a:extLst>
          </p:cNvPr>
          <p:cNvSpPr/>
          <p:nvPr/>
        </p:nvSpPr>
        <p:spPr>
          <a:xfrm>
            <a:off x="334963" y="188913"/>
            <a:ext cx="498624" cy="498623"/>
          </a:xfrm>
          <a:prstGeom prst="ellipse">
            <a:avLst/>
          </a:prstGeom>
          <a:solidFill>
            <a:srgbClr val="3472FE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latin typeface="에이투지체 4 Regular" pitchFamily="50" charset="-127"/>
              <a:ea typeface="에이투지체 4 Regular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0C75AC2-F015-8C6E-C7B1-9A76515BED34}"/>
              </a:ext>
            </a:extLst>
          </p:cNvPr>
          <p:cNvSpPr/>
          <p:nvPr/>
        </p:nvSpPr>
        <p:spPr>
          <a:xfrm>
            <a:off x="631558" y="188913"/>
            <a:ext cx="498624" cy="498623"/>
          </a:xfrm>
          <a:prstGeom prst="ellipse">
            <a:avLst/>
          </a:prstGeom>
          <a:gradFill>
            <a:gsLst>
              <a:gs pos="0">
                <a:srgbClr val="3472FE"/>
              </a:gs>
              <a:gs pos="100000">
                <a:srgbClr val="3472FE">
                  <a:lumMod val="80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600" kern="0" dirty="0">
              <a:solidFill>
                <a:schemeClr val="bg1"/>
              </a:solidFill>
              <a:latin typeface="에이투지체 7 Bold" pitchFamily="50" charset="-127"/>
              <a:ea typeface="에이투지체 7 Bold" pitchFamily="50" charset="-127"/>
            </a:endParaRP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70BA7EAC-FD92-7088-2B5D-91D04C172C0C}"/>
              </a:ext>
            </a:extLst>
          </p:cNvPr>
          <p:cNvSpPr txBox="1"/>
          <p:nvPr/>
        </p:nvSpPr>
        <p:spPr>
          <a:xfrm>
            <a:off x="1269147" y="383181"/>
            <a:ext cx="1144545" cy="279797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fontAlgn="base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kern="0" spc="-2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에이투지체 7 Bold" pitchFamily="50" charset="-127"/>
                <a:ea typeface="에이투지체 7 Bold" pitchFamily="50" charset="-127"/>
              </a:rPr>
              <a:t>페이지 제목</a:t>
            </a:r>
            <a:endParaRPr lang="af-ZA" altLang="ko-KR" sz="2000" kern="0" spc="-2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에이투지체 7 Bold" pitchFamily="50" charset="-127"/>
              <a:ea typeface="에이투지체 7 Bold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E26F508-AE07-000F-2A9C-1CE59FC0D718}"/>
              </a:ext>
            </a:extLst>
          </p:cNvPr>
          <p:cNvSpPr/>
          <p:nvPr/>
        </p:nvSpPr>
        <p:spPr>
          <a:xfrm>
            <a:off x="631558" y="188913"/>
            <a:ext cx="498624" cy="498623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600" kern="0" dirty="0">
                <a:solidFill>
                  <a:schemeClr val="bg1"/>
                </a:solidFill>
                <a:latin typeface="에이투지체 7 Bold" pitchFamily="50" charset="-127"/>
                <a:ea typeface="에이투지체 7 Bold" pitchFamily="50" charset="-127"/>
              </a:rPr>
              <a:t>01</a:t>
            </a:r>
            <a:endParaRPr lang="ko-KR" altLang="en-US" sz="1600" kern="0" dirty="0">
              <a:solidFill>
                <a:schemeClr val="bg1"/>
              </a:solidFill>
              <a:latin typeface="에이투지체 7 Bold" pitchFamily="50" charset="-127"/>
              <a:ea typeface="에이투지체 7 Bold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3FC11EC4-99DB-A6BC-4BE2-6BDE84F3D5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2307" y="227333"/>
            <a:ext cx="456394" cy="12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42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8B7A-A5F8-AC5C-E97C-9DE1BAD3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>
            <a:extLst>
              <a:ext uri="{FF2B5EF4-FFF2-40B4-BE49-F238E27FC236}">
                <a16:creationId xmlns:a16="http://schemas.microsoft.com/office/drawing/2014/main" id="{3A5A3871-16A0-A3C3-66A4-88BB717C4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20" y="553465"/>
            <a:ext cx="429605" cy="391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lvl="0" defTabSz="1067745" fontAlgn="base" latinLnBrk="0">
              <a:spcBef>
                <a:spcPct val="0"/>
              </a:spcBef>
              <a:spcAft>
                <a:spcPts val="0"/>
              </a:spcAft>
              <a:defRPr kumimoji="1" sz="1200">
                <a:gradFill>
                  <a:gsLst>
                    <a:gs pos="0">
                      <a:srgbClr val="595959"/>
                    </a:gs>
                    <a:gs pos="100000">
                      <a:srgbClr val="595959"/>
                    </a:gs>
                  </a:gsLst>
                  <a:lin ang="162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굴림" pitchFamily="50" charset="-127"/>
              </a:defRPr>
            </a:lvl1pPr>
          </a:lstStyle>
          <a:p>
            <a:pPr marL="0" marR="0" lvl="0" indent="0" algn="l" defTabSz="10677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800" i="0" u="none" strike="noStrike" kern="0" cap="none" spc="-20" normalizeH="0" noProof="0" dirty="0">
                <a:gradFill>
                  <a:gsLst>
                    <a:gs pos="100000">
                      <a:srgbClr val="3472FE"/>
                    </a:gs>
                    <a:gs pos="0">
                      <a:srgbClr val="3472FE">
                        <a:lumMod val="80000"/>
                      </a:srgbClr>
                    </a:gs>
                  </a:gsLst>
                  <a:lin ang="2700000" scaled="0"/>
                </a:gradFill>
                <a:effectLst/>
                <a:uLnTx/>
                <a:uFillTx/>
                <a:latin typeface="페이퍼로지 8 ExtraBold" pitchFamily="2" charset="-127"/>
                <a:ea typeface="페이퍼로지 8 ExtraBold" pitchFamily="2" charset="-127"/>
              </a:rPr>
              <a:t>01</a:t>
            </a:r>
            <a:endParaRPr kumimoji="1" lang="ko-KR" altLang="en-US" sz="2000" i="0" u="none" strike="noStrike" kern="0" cap="none" spc="-20" normalizeH="0" noProof="0" dirty="0">
              <a:gradFill>
                <a:gsLst>
                  <a:gs pos="100000">
                    <a:srgbClr val="3472FE"/>
                  </a:gs>
                  <a:gs pos="0">
                    <a:srgbClr val="3472FE">
                      <a:lumMod val="80000"/>
                    </a:srgbClr>
                  </a:gs>
                </a:gsLst>
                <a:lin ang="2700000" scaled="0"/>
              </a:gradFill>
              <a:effectLst/>
              <a:uLnTx/>
              <a:uFillTx/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C75D568-42CC-46CB-0202-677BE7462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807" y="638836"/>
            <a:ext cx="1078384" cy="279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lvl="0" defTabSz="1067745" fontAlgn="base" latinLnBrk="0">
              <a:spcBef>
                <a:spcPct val="0"/>
              </a:spcBef>
              <a:spcAft>
                <a:spcPts val="0"/>
              </a:spcAft>
              <a:defRPr kumimoji="1" sz="1200">
                <a:gradFill>
                  <a:gsLst>
                    <a:gs pos="0">
                      <a:srgbClr val="595959"/>
                    </a:gs>
                    <a:gs pos="100000">
                      <a:srgbClr val="595959"/>
                    </a:gs>
                  </a:gsLst>
                  <a:lin ang="162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굴림" pitchFamily="50" charset="-127"/>
              </a:defRPr>
            </a:lvl1pPr>
          </a:lstStyle>
          <a:p>
            <a:pPr marL="0" marR="0" lvl="0" indent="0" algn="l" defTabSz="106774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i="0" u="none" strike="noStrike" kern="0" cap="none" spc="0" normalizeH="0" baseline="0" noProof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</a:rPr>
              <a:t>페이지 제목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95884FC-8B8C-D348-B437-43248CD38D41}"/>
              </a:ext>
            </a:extLst>
          </p:cNvPr>
          <p:cNvSpPr/>
          <p:nvPr/>
        </p:nvSpPr>
        <p:spPr>
          <a:xfrm>
            <a:off x="334963" y="188913"/>
            <a:ext cx="11522075" cy="286357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6981227-F7BF-5685-2699-74DE78DF1F82}"/>
              </a:ext>
            </a:extLst>
          </p:cNvPr>
          <p:cNvSpPr/>
          <p:nvPr/>
        </p:nvSpPr>
        <p:spPr>
          <a:xfrm>
            <a:off x="11230353" y="552754"/>
            <a:ext cx="49177" cy="49177"/>
          </a:xfrm>
          <a:prstGeom prst="ellipse">
            <a:avLst/>
          </a:prstGeom>
          <a:noFill/>
          <a:ln w="6350">
            <a:solidFill>
              <a:srgbClr val="347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4BAC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AD38CFA-8A35-96B8-8975-C2B5D4E7CE29}"/>
              </a:ext>
            </a:extLst>
          </p:cNvPr>
          <p:cNvSpPr/>
          <p:nvPr/>
        </p:nvSpPr>
        <p:spPr>
          <a:xfrm>
            <a:off x="11104075" y="552754"/>
            <a:ext cx="49177" cy="49177"/>
          </a:xfrm>
          <a:prstGeom prst="ellipse">
            <a:avLst/>
          </a:prstGeom>
          <a:noFill/>
          <a:ln w="6350">
            <a:solidFill>
              <a:srgbClr val="347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4BAC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05B3113-8E27-A760-4D3E-646C7BCFAEA3}"/>
              </a:ext>
            </a:extLst>
          </p:cNvPr>
          <p:cNvSpPr/>
          <p:nvPr/>
        </p:nvSpPr>
        <p:spPr>
          <a:xfrm>
            <a:off x="11482907" y="552754"/>
            <a:ext cx="49177" cy="49177"/>
          </a:xfrm>
          <a:prstGeom prst="ellipse">
            <a:avLst/>
          </a:prstGeom>
          <a:noFill/>
          <a:ln w="6350">
            <a:solidFill>
              <a:srgbClr val="347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4BAC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8DB45D3-B796-06DC-314C-2DF7A71DF44C}"/>
              </a:ext>
            </a:extLst>
          </p:cNvPr>
          <p:cNvSpPr/>
          <p:nvPr/>
        </p:nvSpPr>
        <p:spPr>
          <a:xfrm>
            <a:off x="11356631" y="552754"/>
            <a:ext cx="49177" cy="49177"/>
          </a:xfrm>
          <a:prstGeom prst="ellipse">
            <a:avLst/>
          </a:prstGeom>
          <a:noFill/>
          <a:ln w="6350">
            <a:solidFill>
              <a:srgbClr val="347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4BAC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496CB99-060B-75D8-6763-102177548FF6}"/>
              </a:ext>
            </a:extLst>
          </p:cNvPr>
          <p:cNvSpPr/>
          <p:nvPr/>
        </p:nvSpPr>
        <p:spPr>
          <a:xfrm>
            <a:off x="10977797" y="552754"/>
            <a:ext cx="49177" cy="49177"/>
          </a:xfrm>
          <a:prstGeom prst="ellipse">
            <a:avLst/>
          </a:prstGeom>
          <a:solidFill>
            <a:srgbClr val="3472FE"/>
          </a:solidFill>
          <a:ln w="6350">
            <a:solidFill>
              <a:srgbClr val="347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solidFill>
                  <a:srgbClr val="4BAC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81F17E-756A-12BB-0344-90AB0EF84215}"/>
              </a:ext>
            </a:extLst>
          </p:cNvPr>
          <p:cNvSpPr txBox="1"/>
          <p:nvPr/>
        </p:nvSpPr>
        <p:spPr>
          <a:xfrm>
            <a:off x="10836964" y="283127"/>
            <a:ext cx="695121" cy="979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1478092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>
                <a:solidFill>
                  <a:schemeClr val="bg2">
                    <a:lumMod val="2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프로젝트 제목 및 로고</a:t>
            </a:r>
            <a:endParaRPr kumimoji="0" lang="ko-KR" altLang="en-US" sz="700" i="0" u="none" strike="noStrike" kern="1200" cap="none" spc="0" normalizeH="0" baseline="0" noProof="0" dirty="0"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0A30AA1-B7FB-21A4-B622-774944C2C288}"/>
              </a:ext>
            </a:extLst>
          </p:cNvPr>
          <p:cNvSpPr/>
          <p:nvPr/>
        </p:nvSpPr>
        <p:spPr>
          <a:xfrm>
            <a:off x="505058" y="276132"/>
            <a:ext cx="775271" cy="1119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i="0" u="none" strike="noStrike" kern="1200" cap="none" spc="0" normalizeH="0" baseline="0" noProof="0" dirty="0">
                <a:solidFill>
                  <a:srgbClr val="3472FE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rPr>
              <a:t>CHAPTER</a:t>
            </a:r>
            <a:r>
              <a:rPr kumimoji="0" lang="en-US" altLang="ko-KR" sz="700" i="0" u="none" strike="noStrike" kern="1200" cap="none" spc="0" normalizeH="0" baseline="0" noProof="0" dirty="0"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Arial" panose="020B0604020202020204" pitchFamily="34" charset="0"/>
              </a:rPr>
              <a:t> </a:t>
            </a:r>
            <a:r>
              <a:rPr kumimoji="0" lang="en-US" altLang="ko-KR" sz="800" i="0" u="none" strike="noStrike" kern="1200" cap="none" spc="0" normalizeH="0" baseline="0" noProof="0" dirty="0"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Arial" panose="020B0604020202020204" pitchFamily="34" charset="0"/>
                <a:sym typeface="HYSymbolC" pitchFamily="18" charset="2"/>
              </a:rPr>
              <a:t>01</a:t>
            </a:r>
            <a:r>
              <a:rPr kumimoji="0" lang="ko-KR" altLang="en-US" sz="800" i="0" u="none" strike="noStrike" kern="1200" cap="none" spc="0" normalizeH="0" baseline="0" noProof="0" dirty="0"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Arial" panose="020B0604020202020204" pitchFamily="34" charset="0"/>
                <a:sym typeface="HYSymbolC" pitchFamily="18" charset="2"/>
              </a:rPr>
              <a:t> </a:t>
            </a:r>
            <a:r>
              <a:rPr kumimoji="0" lang="ko-KR" altLang="en-US" sz="800" i="0" u="none" strike="noStrike" kern="1200" cap="none" spc="0" normalizeH="0" baseline="0" noProof="0" dirty="0" err="1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sym typeface="HYSymbolC" pitchFamily="18" charset="2"/>
              </a:rPr>
              <a:t>대제목</a:t>
            </a:r>
            <a:endParaRPr kumimoji="0" lang="ko-KR" altLang="en-US" sz="800" i="0" u="none" strike="noStrike" kern="1200" cap="none" spc="0" normalizeH="0" baseline="0" noProof="0" dirty="0"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  <a:sym typeface="HYSymbolC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3622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AEE8A-E692-4787-3B4B-8205FBCF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B271E9-E410-9149-6811-055CD1DFD9C1}"/>
              </a:ext>
            </a:extLst>
          </p:cNvPr>
          <p:cNvSpPr/>
          <p:nvPr/>
        </p:nvSpPr>
        <p:spPr>
          <a:xfrm>
            <a:off x="334963" y="188913"/>
            <a:ext cx="6858000" cy="989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C745339C-A356-FD39-7E4A-212B0F200D81}"/>
              </a:ext>
            </a:extLst>
          </p:cNvPr>
          <p:cNvCxnSpPr>
            <a:cxnSpLocks/>
          </p:cNvCxnSpPr>
          <p:nvPr/>
        </p:nvCxnSpPr>
        <p:spPr>
          <a:xfrm>
            <a:off x="0" y="524000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AE073652-6E32-9A56-E417-7F15574DB40F}"/>
              </a:ext>
            </a:extLst>
          </p:cNvPr>
          <p:cNvSpPr txBox="1"/>
          <p:nvPr/>
        </p:nvSpPr>
        <p:spPr>
          <a:xfrm>
            <a:off x="11284931" y="274537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Pretendard" panose="02000503000000020004" pitchFamily="50" charset="-127"/>
              </a:rPr>
              <a:t>0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3472F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  <a:cs typeface="Pretendard" panose="02000503000000020004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74BAF2E-8583-141A-663F-5089093E9C8D}"/>
              </a:ext>
            </a:extLst>
          </p:cNvPr>
          <p:cNvSpPr txBox="1"/>
          <p:nvPr/>
        </p:nvSpPr>
        <p:spPr>
          <a:xfrm>
            <a:off x="7110251" y="295559"/>
            <a:ext cx="841212" cy="153888"/>
          </a:xfrm>
          <a:prstGeom prst="rect">
            <a:avLst/>
          </a:prstGeom>
          <a:noFill/>
        </p:spPr>
        <p:txBody>
          <a:bodyPr wrap="none" lIns="180000" tIns="0" rIns="180000" bIns="0" rtlCol="0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rgbClr val="08348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Pretendard" panose="02000503000000020004" pitchFamily="50" charset="-127"/>
              </a:rPr>
              <a:t>목차 입력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20E3CA5-EDDF-8652-81B7-4DA3DFB2C409}"/>
              </a:ext>
            </a:extLst>
          </p:cNvPr>
          <p:cNvSpPr txBox="1"/>
          <p:nvPr/>
        </p:nvSpPr>
        <p:spPr>
          <a:xfrm>
            <a:off x="8132078" y="295559"/>
            <a:ext cx="841210" cy="153888"/>
          </a:xfrm>
          <a:prstGeom prst="rect">
            <a:avLst/>
          </a:prstGeom>
          <a:noFill/>
        </p:spPr>
        <p:txBody>
          <a:bodyPr wrap="none" lIns="180000" tIns="0" rIns="180000" bIns="0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페이퍼로지 4 Regular" pitchFamily="2" charset="-127"/>
                <a:ea typeface="페이퍼로지 4 Regular" pitchFamily="2" charset="-127"/>
                <a:cs typeface="Pretendard" panose="02000503000000020004" pitchFamily="50" charset="-127"/>
              </a:rPr>
              <a:t>목차 입력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5B424E4-D8EF-50FD-3C36-085805B53CE2}"/>
              </a:ext>
            </a:extLst>
          </p:cNvPr>
          <p:cNvSpPr txBox="1"/>
          <p:nvPr/>
        </p:nvSpPr>
        <p:spPr>
          <a:xfrm>
            <a:off x="9153903" y="295559"/>
            <a:ext cx="841210" cy="153888"/>
          </a:xfrm>
          <a:prstGeom prst="rect">
            <a:avLst/>
          </a:prstGeom>
          <a:noFill/>
        </p:spPr>
        <p:txBody>
          <a:bodyPr wrap="none" lIns="180000" tIns="0" rIns="180000" bIns="0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 defTabSz="457200" latinLnBrk="0">
              <a:defRPr/>
            </a:pPr>
            <a:r>
              <a:rPr lang="ko-KR" altLang="en-US" sz="1000" dirty="0">
                <a:solidFill>
                  <a:prstClr val="white">
                    <a:lumMod val="7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목차 입력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FA12F32-8DCE-22C8-70CF-8CA3B80B3F17}"/>
              </a:ext>
            </a:extLst>
          </p:cNvPr>
          <p:cNvSpPr txBox="1"/>
          <p:nvPr/>
        </p:nvSpPr>
        <p:spPr>
          <a:xfrm>
            <a:off x="10175727" y="295559"/>
            <a:ext cx="841210" cy="153888"/>
          </a:xfrm>
          <a:prstGeom prst="rect">
            <a:avLst/>
          </a:prstGeom>
          <a:noFill/>
        </p:spPr>
        <p:txBody>
          <a:bodyPr wrap="none" lIns="180000" tIns="0" rIns="180000" bIns="0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 defTabSz="457200" latinLnBrk="0">
              <a:defRPr/>
            </a:pPr>
            <a:r>
              <a:rPr lang="ko-KR" altLang="en-US" sz="1000" dirty="0">
                <a:solidFill>
                  <a:prstClr val="white">
                    <a:lumMod val="75000"/>
                  </a:prstClr>
                </a:solidFill>
                <a:latin typeface="페이퍼로지 4 Regular" pitchFamily="2" charset="-127"/>
                <a:ea typeface="페이퍼로지 4 Regular" pitchFamily="2" charset="-127"/>
              </a:rPr>
              <a:t>목차 입력</a:t>
            </a: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1C755D93-0EA7-1BFC-68C7-8604177CF3FF}"/>
              </a:ext>
            </a:extLst>
          </p:cNvPr>
          <p:cNvCxnSpPr>
            <a:cxnSpLocks/>
          </p:cNvCxnSpPr>
          <p:nvPr/>
        </p:nvCxnSpPr>
        <p:spPr>
          <a:xfrm>
            <a:off x="7023356" y="524000"/>
            <a:ext cx="1014275" cy="0"/>
          </a:xfrm>
          <a:prstGeom prst="line">
            <a:avLst/>
          </a:prstGeom>
          <a:ln w="12700" cap="rnd">
            <a:solidFill>
              <a:srgbClr val="3472FE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0013B9D8-5A80-7B2D-D31B-2253A6136DA1}"/>
              </a:ext>
            </a:extLst>
          </p:cNvPr>
          <p:cNvSpPr txBox="1"/>
          <p:nvPr/>
        </p:nvSpPr>
        <p:spPr>
          <a:xfrm>
            <a:off x="653473" y="263475"/>
            <a:ext cx="1288449" cy="169277"/>
          </a:xfrm>
          <a:prstGeom prst="rect">
            <a:avLst/>
          </a:prstGeom>
          <a:noFill/>
        </p:spPr>
        <p:txBody>
          <a:bodyPr wrap="none" lIns="180000" tIns="0" rIns="180000" bIns="0" rtlCol="0" anchor="ctr" anchorCtr="0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rgbClr val="08348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Pretendard" panose="02000503000000020004" pitchFamily="50" charset="-127"/>
              </a:rPr>
              <a:t>페이지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472F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Pretendard" panose="02000503000000020004" pitchFamily="50" charset="-127"/>
              </a:rPr>
              <a:t>제목 입력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3472FE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Pretendard" panose="02000503000000020004" pitchFamily="50" charset="-127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0264A91D-E3DA-77DE-76EB-8073A337665A}"/>
              </a:ext>
            </a:extLst>
          </p:cNvPr>
          <p:cNvSpPr/>
          <p:nvPr/>
        </p:nvSpPr>
        <p:spPr>
          <a:xfrm>
            <a:off x="352981" y="315915"/>
            <a:ext cx="70836" cy="64397"/>
          </a:xfrm>
          <a:prstGeom prst="rect">
            <a:avLst/>
          </a:prstGeom>
          <a:solidFill>
            <a:srgbClr val="347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8DBE3316-099D-BA25-2A96-23C816DA02BF}"/>
              </a:ext>
            </a:extLst>
          </p:cNvPr>
          <p:cNvSpPr/>
          <p:nvPr/>
        </p:nvSpPr>
        <p:spPr>
          <a:xfrm>
            <a:off x="453145" y="315915"/>
            <a:ext cx="70836" cy="643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8073370A-A482-9D54-B6CC-F6944D80F08A}"/>
              </a:ext>
            </a:extLst>
          </p:cNvPr>
          <p:cNvSpPr/>
          <p:nvPr/>
        </p:nvSpPr>
        <p:spPr>
          <a:xfrm>
            <a:off x="553309" y="315915"/>
            <a:ext cx="70836" cy="643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4A46C2C-A0E6-DD79-631A-327DCCD4EDBD}"/>
              </a:ext>
            </a:extLst>
          </p:cNvPr>
          <p:cNvSpPr/>
          <p:nvPr/>
        </p:nvSpPr>
        <p:spPr>
          <a:xfrm>
            <a:off x="653473" y="315915"/>
            <a:ext cx="70836" cy="6439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64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</Words>
  <Application>Microsoft Office PowerPoint</Application>
  <PresentationFormat>와이드스크린</PresentationFormat>
  <Paragraphs>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7" baseType="lpstr">
      <vt:lpstr>Arial</vt:lpstr>
      <vt:lpstr>Calibri</vt:lpstr>
      <vt:lpstr>Pretendard</vt:lpstr>
      <vt:lpstr>Pretendard ExtraBold</vt:lpstr>
      <vt:lpstr>Pretendard Light</vt:lpstr>
      <vt:lpstr>Pretendard Medium</vt:lpstr>
      <vt:lpstr>맑은 고딕</vt:lpstr>
      <vt:lpstr>에이투지체 4 Regular</vt:lpstr>
      <vt:lpstr>에이투지체 7 Bold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4 Regular</vt:lpstr>
      <vt:lpstr>프리젠테이션 5 Medium</vt:lpstr>
      <vt:lpstr>프리젠테이션 6 SemiBold</vt:lpstr>
      <vt:lpstr>프리젠테이션 7 Bold</vt:lpstr>
      <vt:lpstr>프리젠테이션 8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이은호</dc:creator>
  <cp:lastModifiedBy>이은호</cp:lastModifiedBy>
  <cp:revision>1</cp:revision>
  <dcterms:created xsi:type="dcterms:W3CDTF">2026-06-17T07:01:21Z</dcterms:created>
  <dcterms:modified xsi:type="dcterms:W3CDTF">2026-06-17T07:06:40Z</dcterms:modified>
</cp:coreProperties>
</file>