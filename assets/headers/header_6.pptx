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00" y="96"/>
      </p:cViewPr>
      <p:guideLst>
        <p:guide orient="horz" pos="2160"/>
        <p:guide pos="3840"/>
        <p:guide pos="211"/>
        <p:guide pos="7469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F11FF-F5EB-F143-7954-D15C6254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588C8-B288-A1CB-A6ED-72699052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0AB4-F2A7-B335-6802-0C1AC2D5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55D2-9480-B1BD-32C0-3C1F2020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CC843-D4B6-E303-04B1-4A47C82D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6166A-698C-91A7-59AE-8548799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1D22F-B480-EF43-3667-2032A576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BE0A9-FA11-588B-AC7A-627ECD2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A0932-9319-063B-1737-BB62491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E027-FB2A-6A3F-9672-29CC580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9B6D-BCAB-5C14-6643-C7C9B5D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FCEF7-7428-E481-085D-49F45FAB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6219B-40C8-3A04-CD7D-B1664DD1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A303B-B4DE-EBD6-F0F3-AD1B70C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BA293-8CD8-3F00-3FEB-48BD47A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9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C25D-16D6-4561-FF8B-B79A979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72BDE-5707-CFB8-0041-B8C31BC29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FECB9-F851-952D-4157-64B7ABAD9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C665-2BE9-7ABB-7259-DA8304E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282C4-93CC-4E60-A4F5-E319A0D7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3808F-0B37-89B8-5DB0-7A2ECD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20E3-0CC7-0508-E670-5353532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0F60ED-0226-395A-7770-6ACC8A87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FC01D-8CF2-D55D-49A2-254F4FA9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41788C-37F2-23D1-5104-ABFCA658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988EF0-5AB0-9F81-884C-25E7426B8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169-335C-DE6C-C3C9-D904DBB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185C59-E0BB-1706-523C-0CF0DE1E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9262C2-3058-EBFD-B014-BDCE39F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2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DB12D-90F1-E5A3-1686-3EBAEAF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A9976-FB4A-3495-33B7-1DCD1751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66E53-BEC7-6FB2-47FD-576063A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331308-6FA3-BD41-DA5C-0F49EE08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2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7BA7B-0E97-1A05-30E6-D8040F14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7E6CC6-6C35-A618-52DB-C9F7742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21CBE-646F-7C73-E13A-70F435E0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6912C-3F4E-99D5-D3F1-B1C800B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F41E2-03A0-B73A-E2B2-23BD24A3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4B399-C4E6-5C3B-EF5D-B49CAB54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CFF71-0E1F-4205-CFDA-1E4A608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38263-6BDD-69A2-2CE0-8510DCDD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B53AE-648D-4F7F-53B2-1B00B95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8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0CC3-7AD0-EE72-DBAA-AD065ADB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D30994-490E-3FC0-C0E9-FABF3124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1ABFEA-8BF8-C603-71CF-1DA479C9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D2C0A-E84E-BCF2-8997-C74C70F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A6156-F143-A8D5-5FE0-DDA9DAA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5D4F7-7BCD-E069-BB5A-EB66DC1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87978-CC2A-F628-D4B7-36020D16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FB098E-478A-C0ED-2E9D-2F5AD771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9D929-A45C-7C3B-C45C-7DD4277B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1F8F8-6F57-ED4C-9F95-67895CE5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37C6-8128-137D-70AF-9439B4F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F684A-57C5-3489-FDDF-D110FBBA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EC63D-2B36-B4BA-2F2C-D3F502D4F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D5029-79E0-225A-EB0A-7FED7EEA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D1BBE-63E5-15FB-CFE3-BCA26CA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FBC9-594C-BBDF-736D-FB78E16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7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D0F8CB-1343-865B-E9F1-F622BB08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5C4A6-A1B3-FE52-0720-E9E7BE04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AEAE5-9A72-E536-3384-8BD6B393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329F9-C546-ADD3-00E2-287E7E0AE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68E0C-1528-C326-60D9-760A5DDB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8B7A-A5F8-AC5C-E97C-9DE1BAD3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3A5A3871-16A0-A3C3-66A4-88BB717C4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20" y="553465"/>
            <a:ext cx="429605" cy="391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lvl="0" defTabSz="1067745" fontAlgn="base" latinLnBrk="0">
              <a:spcBef>
                <a:spcPct val="0"/>
              </a:spcBef>
              <a:spcAft>
                <a:spcPts val="0"/>
              </a:spcAft>
              <a:defRPr kumimoji="1" sz="1200">
                <a:gradFill>
                  <a:gsLst>
                    <a:gs pos="0">
                      <a:srgbClr val="595959"/>
                    </a:gs>
                    <a:gs pos="100000">
                      <a:srgbClr val="595959"/>
                    </a:gs>
                  </a:gsLst>
                  <a:lin ang="162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굴림" pitchFamily="50" charset="-127"/>
              </a:defRPr>
            </a:lvl1pPr>
          </a:lstStyle>
          <a:p>
            <a:pPr marL="0" marR="0" lvl="0" indent="0" algn="l" defTabSz="10677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800" i="0" u="none" strike="noStrike" kern="0" cap="none" spc="-20" normalizeH="0" noProof="0" dirty="0">
                <a:gradFill>
                  <a:gsLst>
                    <a:gs pos="100000">
                      <a:srgbClr val="3472FE"/>
                    </a:gs>
                    <a:gs pos="0">
                      <a:srgbClr val="3472FE">
                        <a:lumMod val="80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</a:rPr>
              <a:t>01</a:t>
            </a:r>
            <a:endParaRPr kumimoji="1" lang="ko-KR" altLang="en-US" sz="2000" i="0" u="none" strike="noStrike" kern="0" cap="none" spc="-20" normalizeH="0" noProof="0" dirty="0">
              <a:gradFill>
                <a:gsLst>
                  <a:gs pos="100000">
                    <a:srgbClr val="3472FE"/>
                  </a:gs>
                  <a:gs pos="0">
                    <a:srgbClr val="3472FE">
                      <a:lumMod val="80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C75D568-42CC-46CB-0202-677BE7462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807" y="638836"/>
            <a:ext cx="1078384" cy="279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lvl="0" defTabSz="1067745" fontAlgn="base" latinLnBrk="0">
              <a:spcBef>
                <a:spcPct val="0"/>
              </a:spcBef>
              <a:spcAft>
                <a:spcPts val="0"/>
              </a:spcAft>
              <a:defRPr kumimoji="1" sz="1200">
                <a:gradFill>
                  <a:gsLst>
                    <a:gs pos="0">
                      <a:srgbClr val="595959"/>
                    </a:gs>
                    <a:gs pos="100000">
                      <a:srgbClr val="595959"/>
                    </a:gs>
                  </a:gsLst>
                  <a:lin ang="162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굴림" pitchFamily="50" charset="-127"/>
              </a:defRPr>
            </a:lvl1pPr>
          </a:lstStyle>
          <a:p>
            <a:pPr marL="0" marR="0" lvl="0" indent="0" algn="l" defTabSz="10677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</a:rPr>
              <a:t>페이지 제목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95884FC-8B8C-D348-B437-43248CD38D41}"/>
              </a:ext>
            </a:extLst>
          </p:cNvPr>
          <p:cNvSpPr/>
          <p:nvPr/>
        </p:nvSpPr>
        <p:spPr>
          <a:xfrm>
            <a:off x="334963" y="188913"/>
            <a:ext cx="11522075" cy="286357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6981227-F7BF-5685-2699-74DE78DF1F82}"/>
              </a:ext>
            </a:extLst>
          </p:cNvPr>
          <p:cNvSpPr/>
          <p:nvPr/>
        </p:nvSpPr>
        <p:spPr>
          <a:xfrm>
            <a:off x="11230353" y="552754"/>
            <a:ext cx="49177" cy="49177"/>
          </a:xfrm>
          <a:prstGeom prst="ellipse">
            <a:avLst/>
          </a:prstGeom>
          <a:noFill/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AD38CFA-8A35-96B8-8975-C2B5D4E7CE29}"/>
              </a:ext>
            </a:extLst>
          </p:cNvPr>
          <p:cNvSpPr/>
          <p:nvPr/>
        </p:nvSpPr>
        <p:spPr>
          <a:xfrm>
            <a:off x="11104075" y="552754"/>
            <a:ext cx="49177" cy="49177"/>
          </a:xfrm>
          <a:prstGeom prst="ellipse">
            <a:avLst/>
          </a:prstGeom>
          <a:noFill/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05B3113-8E27-A760-4D3E-646C7BCFAEA3}"/>
              </a:ext>
            </a:extLst>
          </p:cNvPr>
          <p:cNvSpPr/>
          <p:nvPr/>
        </p:nvSpPr>
        <p:spPr>
          <a:xfrm>
            <a:off x="11482907" y="552754"/>
            <a:ext cx="49177" cy="49177"/>
          </a:xfrm>
          <a:prstGeom prst="ellipse">
            <a:avLst/>
          </a:prstGeom>
          <a:noFill/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8DB45D3-B796-06DC-314C-2DF7A71DF44C}"/>
              </a:ext>
            </a:extLst>
          </p:cNvPr>
          <p:cNvSpPr/>
          <p:nvPr/>
        </p:nvSpPr>
        <p:spPr>
          <a:xfrm>
            <a:off x="11356631" y="552754"/>
            <a:ext cx="49177" cy="49177"/>
          </a:xfrm>
          <a:prstGeom prst="ellipse">
            <a:avLst/>
          </a:prstGeom>
          <a:noFill/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496CB99-060B-75D8-6763-102177548FF6}"/>
              </a:ext>
            </a:extLst>
          </p:cNvPr>
          <p:cNvSpPr/>
          <p:nvPr/>
        </p:nvSpPr>
        <p:spPr>
          <a:xfrm>
            <a:off x="10977797" y="552754"/>
            <a:ext cx="49177" cy="49177"/>
          </a:xfrm>
          <a:prstGeom prst="ellipse">
            <a:avLst/>
          </a:prstGeom>
          <a:solidFill>
            <a:srgbClr val="3472FE"/>
          </a:solidFill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1F17E-756A-12BB-0344-90AB0EF84215}"/>
              </a:ext>
            </a:extLst>
          </p:cNvPr>
          <p:cNvSpPr txBox="1"/>
          <p:nvPr/>
        </p:nvSpPr>
        <p:spPr>
          <a:xfrm>
            <a:off x="10836964" y="283127"/>
            <a:ext cx="695121" cy="979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1478092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>
                <a:solidFill>
                  <a:schemeClr val="bg2">
                    <a:lumMod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프로젝트 제목 및 로고</a:t>
            </a:r>
            <a:endParaRPr kumimoji="0" lang="ko-KR" altLang="en-US" sz="700" i="0" u="none" strike="noStrike" kern="1200" cap="none" spc="0" normalizeH="0" baseline="0" noProof="0" dirty="0"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A30AA1-B7FB-21A4-B622-774944C2C288}"/>
              </a:ext>
            </a:extLst>
          </p:cNvPr>
          <p:cNvSpPr/>
          <p:nvPr/>
        </p:nvSpPr>
        <p:spPr>
          <a:xfrm>
            <a:off x="505058" y="276132"/>
            <a:ext cx="775271" cy="111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i="0" u="none" strike="noStrike" kern="1200" cap="none" spc="0" normalizeH="0" baseline="0" noProof="0" dirty="0">
                <a:solidFill>
                  <a:srgbClr val="3472F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CHAPTER</a:t>
            </a:r>
            <a:r>
              <a:rPr kumimoji="0" lang="en-US" altLang="ko-KR" sz="700" i="0" u="none" strike="noStrike" kern="1200" cap="none" spc="0" normalizeH="0" baseline="0" noProof="0" dirty="0"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Arial" panose="020B0604020202020204" pitchFamily="34" charset="0"/>
              </a:rPr>
              <a:t> </a:t>
            </a:r>
            <a:r>
              <a:rPr kumimoji="0" lang="en-US" altLang="ko-KR" sz="800" i="0" u="none" strike="noStrike" kern="1200" cap="none" spc="0" normalizeH="0" baseline="0" noProof="0" dirty="0"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Arial" panose="020B0604020202020204" pitchFamily="34" charset="0"/>
                <a:sym typeface="HYSymbolC" pitchFamily="18" charset="2"/>
              </a:rPr>
              <a:t>01</a:t>
            </a:r>
            <a:r>
              <a:rPr kumimoji="0" lang="ko-KR" altLang="en-US" sz="800" i="0" u="none" strike="noStrike" kern="1200" cap="none" spc="0" normalizeH="0" baseline="0" noProof="0" dirty="0"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Arial" panose="020B0604020202020204" pitchFamily="34" charset="0"/>
                <a:sym typeface="HYSymbolC" pitchFamily="18" charset="2"/>
              </a:rPr>
              <a:t> </a:t>
            </a:r>
            <a:r>
              <a:rPr kumimoji="0" lang="ko-KR" altLang="en-US" sz="800" i="0" u="none" strike="noStrike" kern="1200" cap="none" spc="0" normalizeH="0" baseline="0" noProof="0" dirty="0" err="1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sym typeface="HYSymbolC" pitchFamily="18" charset="2"/>
              </a:rPr>
              <a:t>대제목</a:t>
            </a:r>
            <a:endParaRPr kumimoji="0" lang="ko-KR" altLang="en-US" sz="800" i="0" u="none" strike="noStrike" kern="1200" cap="none" spc="0" normalizeH="0" baseline="0" noProof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sym typeface="HYSymbolC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3622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7" baseType="lpstr">
      <vt:lpstr>Arial</vt:lpstr>
      <vt:lpstr>Calibri</vt:lpstr>
      <vt:lpstr>Pretendard</vt:lpstr>
      <vt:lpstr>Pretendard ExtraBold</vt:lpstr>
      <vt:lpstr>Pretendard Light</vt:lpstr>
      <vt:lpstr>Pretendard Medium</vt:lpstr>
      <vt:lpstr>맑은 고딕</vt:lpstr>
      <vt:lpstr>에이투지체 4 Regular</vt:lpstr>
      <vt:lpstr>에이투지체 7 Bold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이은호</dc:creator>
  <cp:lastModifiedBy>이은호</cp:lastModifiedBy>
  <cp:revision>1</cp:revision>
  <dcterms:created xsi:type="dcterms:W3CDTF">2026-06-17T07:01:21Z</dcterms:created>
  <dcterms:modified xsi:type="dcterms:W3CDTF">2026-06-17T07:06:40Z</dcterms:modified>
</cp:coreProperties>
</file>