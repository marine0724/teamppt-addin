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00" y="96"/>
      </p:cViewPr>
      <p:guideLst>
        <p:guide orient="horz" pos="2160"/>
        <p:guide pos="3840"/>
        <p:guide pos="211"/>
        <p:guide pos="7469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F11FF-F5EB-F143-7954-D15C6254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588C8-B288-A1CB-A6ED-72699052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70AB4-F2A7-B335-6802-0C1AC2D5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855D2-9480-B1BD-32C0-3C1F2020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CC843-D4B6-E303-04B1-4A47C82D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6166A-698C-91A7-59AE-85487993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1D22F-B480-EF43-3667-2032A576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BE0A9-FA11-588B-AC7A-627ECD2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A0932-9319-063B-1737-BB62491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E027-FB2A-6A3F-9672-29CC580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F9B6D-BCAB-5C14-6643-C7C9B5DC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FCEF7-7428-E481-085D-49F45FAB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6219B-40C8-3A04-CD7D-B1664DD1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A303B-B4DE-EBD6-F0F3-AD1B70C1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BA293-8CD8-3F00-3FEB-48BD47A4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9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BC25D-16D6-4561-FF8B-B79A979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72BDE-5707-CFB8-0041-B8C31BC29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2FECB9-F851-952D-4157-64B7ABAD9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FC665-2BE9-7ABB-7259-DA8304EE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282C4-93CC-4E60-A4F5-E319A0D7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3808F-0B37-89B8-5DB0-7A2ECDF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8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920E3-0CC7-0508-E670-5353532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0F60ED-0226-395A-7770-6ACC8A87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FC01D-8CF2-D55D-49A2-254F4FA94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41788C-37F2-23D1-5104-ABFCA658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988EF0-5AB0-9F81-884C-25E7426B8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1D9169-335C-DE6C-C3C9-D904DBB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185C59-E0BB-1706-523C-0CF0DE1E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9262C2-3058-EBFD-B014-BDCE39FC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2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DB12D-90F1-E5A3-1686-3EBAEAFB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A9976-FB4A-3495-33B7-1DCD1751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66E53-BEC7-6FB2-47FD-576063A2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331308-6FA3-BD41-DA5C-0F49EE08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21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7BA7B-0E97-1A05-30E6-D8040F14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7E6CC6-6C35-A618-52DB-C9F7742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21CBE-646F-7C73-E13A-70F435E0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6912C-3F4E-99D5-D3F1-B1C800B3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F41E2-03A0-B73A-E2B2-23BD24A3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4B399-C4E6-5C3B-EF5D-B49CAB54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CFF71-0E1F-4205-CFDA-1E4A608A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438263-6BDD-69A2-2CE0-8510DCDD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B53AE-648D-4F7F-53B2-1B00B95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28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0CC3-7AD0-EE72-DBAA-AD065ADB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D30994-490E-3FC0-C0E9-FABF3124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1ABFEA-8BF8-C603-71CF-1DA479C9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D2C0A-E84E-BCF2-8997-C74C70F6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A6156-F143-A8D5-5FE0-DDA9DAA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5D4F7-7BCD-E069-BB5A-EB66DC1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9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87978-CC2A-F628-D4B7-36020D16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FB098E-478A-C0ED-2E9D-2F5AD7716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9D929-A45C-7C3B-C45C-7DD4277B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1F8F8-6F57-ED4C-9F95-67895CE5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A37C6-8128-137D-70AF-9439B4F2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F684A-57C5-3489-FDDF-D110FBBA5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EC63D-2B36-B4BA-2F2C-D3F502D4F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D5029-79E0-225A-EB0A-7FED7EEA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D1BBE-63E5-15FB-CFE3-BCA26CA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9FBC9-594C-BBDF-736D-FB78E16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7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D0F8CB-1343-865B-E9F1-F622BB08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5C4A6-A1B3-FE52-0720-E9E7BE04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BAEAE5-9A72-E536-3384-8BD6B3937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329F9-C546-ADD3-00E2-287E7E0AE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68E0C-1528-C326-60D9-760A5DDB7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7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5312-D826-BEB2-F4F6-EAE496E3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36DD6A-99F5-B20D-6C3E-B09735F27115}"/>
              </a:ext>
            </a:extLst>
          </p:cNvPr>
          <p:cNvSpPr/>
          <p:nvPr/>
        </p:nvSpPr>
        <p:spPr>
          <a:xfrm>
            <a:off x="622232" y="504042"/>
            <a:ext cx="11234805" cy="3995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 algn="ctr"/>
            <a:endParaRPr lang="ko-KR" altLang="en-US" sz="2000"/>
          </a:p>
        </p:txBody>
      </p:sp>
      <p:sp>
        <p:nvSpPr>
          <p:cNvPr id="9" name="사각형: 둥근 한쪽 모서리 8">
            <a:extLst>
              <a:ext uri="{FF2B5EF4-FFF2-40B4-BE49-F238E27FC236}">
                <a16:creationId xmlns:a16="http://schemas.microsoft.com/office/drawing/2014/main" id="{BA6858F3-06C7-0D4E-0B4D-96B1F3CF9516}"/>
              </a:ext>
            </a:extLst>
          </p:cNvPr>
          <p:cNvSpPr/>
          <p:nvPr/>
        </p:nvSpPr>
        <p:spPr>
          <a:xfrm rot="5400000">
            <a:off x="332798" y="191078"/>
            <a:ext cx="294409" cy="290080"/>
          </a:xfrm>
          <a:prstGeom prst="round1Rect">
            <a:avLst/>
          </a:prstGeom>
          <a:solidFill>
            <a:srgbClr val="3472F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7082D57-DFD1-260F-03E8-E6E0E23CD698}"/>
              </a:ext>
            </a:extLst>
          </p:cNvPr>
          <p:cNvGrpSpPr/>
          <p:nvPr/>
        </p:nvGrpSpPr>
        <p:grpSpPr>
          <a:xfrm>
            <a:off x="8680544" y="233358"/>
            <a:ext cx="3066205" cy="212428"/>
            <a:chOff x="8088001" y="3025781"/>
            <a:chExt cx="3372825" cy="23367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F90E8F-5EBA-B880-BA96-4A3A185C282B}"/>
                </a:ext>
              </a:extLst>
            </p:cNvPr>
            <p:cNvSpPr txBox="1"/>
            <p:nvPr/>
          </p:nvSpPr>
          <p:spPr>
            <a:xfrm>
              <a:off x="8088001" y="3025781"/>
              <a:ext cx="494615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014DA2"/>
                  </a:solidFill>
                  <a:latin typeface="프리젠테이션 5 Medium" pitchFamily="2" charset="-127"/>
                  <a:ea typeface="프리젠테이션 5 Medium" pitchFamily="2" charset="-127"/>
                  <a:cs typeface="Pretendard ExtraBold" panose="02000903000000020004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3472FE"/>
                  </a:solidFill>
                </a:rPr>
                <a:t>분류 </a:t>
              </a:r>
              <a:r>
                <a:rPr lang="en-US" altLang="ko-KR" dirty="0">
                  <a:solidFill>
                    <a:srgbClr val="3472FE"/>
                  </a:solidFill>
                </a:rPr>
                <a:t>1</a:t>
              </a:r>
              <a:endParaRPr lang="ko-KR" altLang="en-US" dirty="0">
                <a:solidFill>
                  <a:srgbClr val="3472FE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B64ACA-5882-6B7D-C881-BC1825BFB936}"/>
                </a:ext>
              </a:extLst>
            </p:cNvPr>
            <p:cNvSpPr txBox="1"/>
            <p:nvPr/>
          </p:nvSpPr>
          <p:spPr>
            <a:xfrm>
              <a:off x="8809220" y="3025781"/>
              <a:ext cx="492949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분류 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2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9BB53BF-757C-0C86-2A28-AD7B6C220150}"/>
                </a:ext>
              </a:extLst>
            </p:cNvPr>
            <p:cNvSpPr txBox="1"/>
            <p:nvPr/>
          </p:nvSpPr>
          <p:spPr>
            <a:xfrm>
              <a:off x="9528773" y="3025781"/>
              <a:ext cx="492949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분류 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3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19270C-9C25-314A-C879-186E94AC2721}"/>
                </a:ext>
              </a:extLst>
            </p:cNvPr>
            <p:cNvSpPr txBox="1"/>
            <p:nvPr/>
          </p:nvSpPr>
          <p:spPr>
            <a:xfrm>
              <a:off x="10248326" y="3025781"/>
              <a:ext cx="492949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defRPr>
              </a:lvl1pPr>
            </a:lstStyle>
            <a:p>
              <a:r>
                <a:rPr lang="ko-KR" altLang="en-US" dirty="0"/>
                <a:t>분류 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E9B3A0D-79B9-5025-BD4A-2D077DE4444C}"/>
                </a:ext>
              </a:extLst>
            </p:cNvPr>
            <p:cNvSpPr txBox="1"/>
            <p:nvPr/>
          </p:nvSpPr>
          <p:spPr>
            <a:xfrm>
              <a:off x="10967877" y="3025781"/>
              <a:ext cx="492949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분류 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5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50" charset="-127"/>
              </a:endParaRP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C68A4FCD-5D19-45A7-368A-960522ED236B}"/>
                </a:ext>
              </a:extLst>
            </p:cNvPr>
            <p:cNvCxnSpPr/>
            <p:nvPr/>
          </p:nvCxnSpPr>
          <p:spPr>
            <a:xfrm>
              <a:off x="8695918" y="3060235"/>
              <a:ext cx="0" cy="161925"/>
            </a:xfrm>
            <a:prstGeom prst="line">
              <a:avLst/>
            </a:prstGeom>
            <a:ln w="6350">
              <a:solidFill>
                <a:schemeClr val="bg1">
                  <a:lumMod val="6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4B5C81F-72B6-2CCD-C3CB-8C2B6881F473}"/>
                </a:ext>
              </a:extLst>
            </p:cNvPr>
            <p:cNvCxnSpPr/>
            <p:nvPr/>
          </p:nvCxnSpPr>
          <p:spPr>
            <a:xfrm>
              <a:off x="9415471" y="3060235"/>
              <a:ext cx="0" cy="161925"/>
            </a:xfrm>
            <a:prstGeom prst="line">
              <a:avLst/>
            </a:prstGeom>
            <a:ln w="6350">
              <a:solidFill>
                <a:schemeClr val="bg1">
                  <a:lumMod val="6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A54AF5-3590-590E-015C-AF35F1BC9BDC}"/>
                </a:ext>
              </a:extLst>
            </p:cNvPr>
            <p:cNvCxnSpPr/>
            <p:nvPr/>
          </p:nvCxnSpPr>
          <p:spPr>
            <a:xfrm>
              <a:off x="10135024" y="3060235"/>
              <a:ext cx="0" cy="161925"/>
            </a:xfrm>
            <a:prstGeom prst="line">
              <a:avLst/>
            </a:prstGeom>
            <a:ln w="6350">
              <a:solidFill>
                <a:schemeClr val="bg1">
                  <a:lumMod val="6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3C6B0FF0-6715-BB59-E8F5-50209A684471}"/>
                </a:ext>
              </a:extLst>
            </p:cNvPr>
            <p:cNvCxnSpPr/>
            <p:nvPr/>
          </p:nvCxnSpPr>
          <p:spPr>
            <a:xfrm>
              <a:off x="10854577" y="3060235"/>
              <a:ext cx="0" cy="161925"/>
            </a:xfrm>
            <a:prstGeom prst="line">
              <a:avLst/>
            </a:prstGeom>
            <a:ln w="6350">
              <a:solidFill>
                <a:schemeClr val="bg1">
                  <a:lumMod val="6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50D6EB7-62EA-30FF-6D00-2EC7B5268232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921255" y="336119"/>
            <a:ext cx="59400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5872B363-8719-DAA8-CFBC-3252C572D66F}"/>
              </a:ext>
            </a:extLst>
          </p:cNvPr>
          <p:cNvSpPr/>
          <p:nvPr/>
        </p:nvSpPr>
        <p:spPr>
          <a:xfrm>
            <a:off x="852705" y="301843"/>
            <a:ext cx="68550" cy="68550"/>
          </a:xfrm>
          <a:prstGeom prst="ellipse">
            <a:avLst/>
          </a:prstGeom>
          <a:solidFill>
            <a:srgbClr val="3472FE"/>
          </a:solidFill>
          <a:ln w="635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709C06A-5821-ABAC-019E-0BC4F18CB193}"/>
              </a:ext>
            </a:extLst>
          </p:cNvPr>
          <p:cNvSpPr/>
          <p:nvPr/>
        </p:nvSpPr>
        <p:spPr>
          <a:xfrm>
            <a:off x="1016076" y="310367"/>
            <a:ext cx="51503" cy="515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C60EACF-C0C4-85EF-770D-AF509AA6023D}"/>
              </a:ext>
            </a:extLst>
          </p:cNvPr>
          <p:cNvSpPr/>
          <p:nvPr/>
        </p:nvSpPr>
        <p:spPr>
          <a:xfrm>
            <a:off x="1189368" y="310367"/>
            <a:ext cx="51503" cy="515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316E184-F699-990E-2A10-80AD39A2C935}"/>
              </a:ext>
            </a:extLst>
          </p:cNvPr>
          <p:cNvSpPr/>
          <p:nvPr/>
        </p:nvSpPr>
        <p:spPr>
          <a:xfrm>
            <a:off x="1515259" y="310367"/>
            <a:ext cx="51503" cy="515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AECBF8B-8E92-EE81-1341-581D1C9BBD1E}"/>
              </a:ext>
            </a:extLst>
          </p:cNvPr>
          <p:cNvSpPr/>
          <p:nvPr/>
        </p:nvSpPr>
        <p:spPr>
          <a:xfrm>
            <a:off x="1355561" y="310367"/>
            <a:ext cx="51503" cy="515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26B417-A017-661C-D0DE-BCB81D996494}"/>
              </a:ext>
            </a:extLst>
          </p:cNvPr>
          <p:cNvSpPr txBox="1"/>
          <p:nvPr/>
        </p:nvSpPr>
        <p:spPr>
          <a:xfrm>
            <a:off x="337772" y="231194"/>
            <a:ext cx="284461" cy="2238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50" charset="-127"/>
              </a:rPr>
              <a:t>Ⅰ</a:t>
            </a:r>
            <a:endParaRPr lang="en-US" altLang="ko-KR" sz="10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  <a:cs typeface="Pretendard ExtraBold" panose="020009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1C24C9-6AEE-BC18-A157-10053F42EB46}"/>
              </a:ext>
            </a:extLst>
          </p:cNvPr>
          <p:cNvSpPr txBox="1"/>
          <p:nvPr/>
        </p:nvSpPr>
        <p:spPr>
          <a:xfrm>
            <a:off x="834056" y="565348"/>
            <a:ext cx="614970" cy="276944"/>
          </a:xfrm>
          <a:prstGeom prst="rect">
            <a:avLst/>
          </a:prstGeom>
          <a:noFill/>
        </p:spPr>
        <p:txBody>
          <a:bodyPr wrap="none" lIns="0" tIns="44166" rIns="0" bIns="44166" anchor="ctr" anchorCtr="0">
            <a:spAutoFit/>
          </a:bodyPr>
          <a:lstStyle/>
          <a:p>
            <a:r>
              <a:rPr lang="ko-KR" altLang="en-US" sz="1400" spc="-50" dirty="0">
                <a:latin typeface="프리젠테이션 6 SemiBold" pitchFamily="2" charset="-127"/>
                <a:ea typeface="프리젠테이션 6 SemiBold" pitchFamily="2" charset="-127"/>
              </a:rPr>
              <a:t>페이지 제목</a:t>
            </a:r>
            <a:endParaRPr lang="ko-KR" altLang="en-US" sz="1400" spc="-5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0D99075D-FB88-ECEB-537E-328F54EEE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7480" y="656195"/>
            <a:ext cx="34289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57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7" baseType="lpstr">
      <vt:lpstr>Arial</vt:lpstr>
      <vt:lpstr>Calibri</vt:lpstr>
      <vt:lpstr>Pretendard</vt:lpstr>
      <vt:lpstr>Pretendard ExtraBold</vt:lpstr>
      <vt:lpstr>Pretendard Light</vt:lpstr>
      <vt:lpstr>Pretendard Medium</vt:lpstr>
      <vt:lpstr>맑은 고딕</vt:lpstr>
      <vt:lpstr>에이투지체 4 Regular</vt:lpstr>
      <vt:lpstr>에이투지체 7 Bold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이은호</dc:creator>
  <cp:lastModifiedBy>이은호</cp:lastModifiedBy>
  <cp:revision>1</cp:revision>
  <dcterms:created xsi:type="dcterms:W3CDTF">2026-06-17T07:01:21Z</dcterms:created>
  <dcterms:modified xsi:type="dcterms:W3CDTF">2026-06-17T07:06:40Z</dcterms:modified>
</cp:coreProperties>
</file>