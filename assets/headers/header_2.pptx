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8BC9-7591-BA11-220A-A65E49697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5116FC07-9F50-EC4B-D61C-4FBF6C197031}"/>
              </a:ext>
            </a:extLst>
          </p:cNvPr>
          <p:cNvSpPr/>
          <p:nvPr/>
        </p:nvSpPr>
        <p:spPr>
          <a:xfrm>
            <a:off x="350321" y="188913"/>
            <a:ext cx="384960" cy="385223"/>
          </a:xfrm>
          <a:custGeom>
            <a:avLst/>
            <a:gdLst>
              <a:gd name="connsiteX0" fmla="*/ 0 w 464082"/>
              <a:gd name="connsiteY0" fmla="*/ 0 h 464399"/>
              <a:gd name="connsiteX1" fmla="*/ 464082 w 464082"/>
              <a:gd name="connsiteY1" fmla="*/ 0 h 464399"/>
              <a:gd name="connsiteX2" fmla="*/ 464082 w 464082"/>
              <a:gd name="connsiteY2" fmla="*/ 324388 h 464399"/>
              <a:gd name="connsiteX3" fmla="*/ 324071 w 464082"/>
              <a:gd name="connsiteY3" fmla="*/ 464399 h 464399"/>
              <a:gd name="connsiteX4" fmla="*/ 0 w 464082"/>
              <a:gd name="connsiteY4" fmla="*/ 464399 h 46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082" h="464399">
                <a:moveTo>
                  <a:pt x="0" y="0"/>
                </a:moveTo>
                <a:lnTo>
                  <a:pt x="464082" y="0"/>
                </a:lnTo>
                <a:lnTo>
                  <a:pt x="464082" y="324388"/>
                </a:lnTo>
                <a:cubicBezTo>
                  <a:pt x="464082" y="401665"/>
                  <a:pt x="401348" y="464399"/>
                  <a:pt x="324071" y="464399"/>
                </a:cubicBezTo>
                <a:lnTo>
                  <a:pt x="0" y="464399"/>
                </a:lnTo>
                <a:close/>
              </a:path>
            </a:pathLst>
          </a:custGeom>
          <a:solidFill>
            <a:srgbClr val="3472FE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04CD1F2-FB08-112F-FE07-91B5AD2DB7F1}"/>
              </a:ext>
            </a:extLst>
          </p:cNvPr>
          <p:cNvCxnSpPr>
            <a:cxnSpLocks/>
          </p:cNvCxnSpPr>
          <p:nvPr/>
        </p:nvCxnSpPr>
        <p:spPr>
          <a:xfrm>
            <a:off x="11382680" y="318659"/>
            <a:ext cx="0" cy="12573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A605D9-DC83-0D11-3561-79036394DBC8}"/>
              </a:ext>
            </a:extLst>
          </p:cNvPr>
          <p:cNvSpPr txBox="1"/>
          <p:nvPr/>
        </p:nvSpPr>
        <p:spPr>
          <a:xfrm>
            <a:off x="11495018" y="269606"/>
            <a:ext cx="236371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347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endParaRPr lang="ko-KR" altLang="en-US" sz="1000" dirty="0">
              <a:solidFill>
                <a:srgbClr val="3472F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17B87-FDC0-0473-320D-BAD6AD8EE51E}"/>
              </a:ext>
            </a:extLst>
          </p:cNvPr>
          <p:cNvSpPr txBox="1"/>
          <p:nvPr/>
        </p:nvSpPr>
        <p:spPr>
          <a:xfrm>
            <a:off x="460611" y="283595"/>
            <a:ext cx="164381" cy="1958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kumimoji="0" lang="ko-KR" altLang="en-US" sz="1400" b="0" i="0" u="none" strike="noStrike" kern="1200" cap="none" spc="-2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93EA3-4DD6-9E5D-CF6E-E8CFD22A6D49}"/>
              </a:ext>
            </a:extLst>
          </p:cNvPr>
          <p:cNvSpPr txBox="1"/>
          <p:nvPr/>
        </p:nvSpPr>
        <p:spPr>
          <a:xfrm>
            <a:off x="866620" y="304580"/>
            <a:ext cx="57037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20" normalizeH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 제목</a:t>
            </a:r>
            <a:endParaRPr kumimoji="0" lang="ko-KR" altLang="en-US" sz="1100" b="0" i="0" u="none" strike="noStrike" kern="1200" cap="none" spc="-20" normalizeH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8D200DDA-E55D-AF50-C280-61F194EAE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9152" y="333899"/>
            <a:ext cx="34289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1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