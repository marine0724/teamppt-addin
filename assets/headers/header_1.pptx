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11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1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6" d="100"/>
          <a:sy n="96" d="100"/>
        </p:scale>
        <p:origin x="2700" y="96"/>
      </p:cViewPr>
      <p:guideLst>
        <p:guide orient="horz" pos="2160"/>
        <p:guide pos="3840"/>
        <p:guide pos="211"/>
        <p:guide pos="7469"/>
        <p:guide orient="horz" pos="11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3F11FF-F5EB-F143-7954-D15C6254E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E588C8-B288-A1CB-A6ED-726990529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570AB4-F2A7-B335-6802-0C1AC2D52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4855D2-9480-B1BD-32C0-3C1F20206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2CC843-D4B6-E303-04B1-4A47C82D3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92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56166A-698C-91A7-59AE-854879937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41D22F-B480-EF43-3667-2032A576A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8BE0A9-FA11-588B-AC7A-627ECD247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6A0932-9319-063B-1737-BB6249130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84E027-FB2A-6A3F-9672-29CC5805A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6868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6F9B6D-BCAB-5C14-6643-C7C9B5DC4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3FCEF7-7428-E481-085D-49F45FABD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A6219B-40C8-3A04-CD7D-B1664DD1D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1A303B-B4DE-EBD6-F0F3-AD1B70C12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0BA293-8CD8-3F00-3FEB-48BD47A43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1983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3BC25D-16D6-4561-FF8B-B79A97994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272BDE-5707-CFB8-0041-B8C31BC29B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2FECB9-F851-952D-4157-64B7ABAD9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7FC665-2BE9-7ABB-7259-DA8304EE1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E282C4-93CC-4E60-A4F5-E319A0D70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83808F-0B37-89B8-5DB0-7A2ECDFBF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2785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920E3-0CC7-0508-E670-53535326F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0F60ED-0226-395A-7770-6ACC8A87B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5FC01D-8CF2-D55D-49A2-254F4FA94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541788C-37F2-23D1-5104-ABFCA6588C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8988EF0-5AB0-9F81-884C-25E7426B83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11D9169-335C-DE6C-C3C9-D904DBBBC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4185C59-E0BB-1706-523C-0CF0DE1E9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59262C2-3058-EBFD-B014-BDCE39FC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206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2DB12D-90F1-E5A3-1686-3EBAEAFBD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57A9976-FB4A-3495-33B7-1DCD17511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366E53-BEC7-6FB2-47FD-576063A23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331308-6FA3-BD41-DA5C-0F49EE087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212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6A7BA7B-0E97-1A05-30E6-D8040F148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47E6CC6-6C35-A618-52DB-C9F7742F9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E21CBE-646F-7C73-E13A-70F435E03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951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D6912C-3F4E-99D5-D3F1-B1C800B30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1F41E2-03A0-B73A-E2B2-23BD24A37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94B399-C4E6-5C3B-EF5D-B49CAB545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0CFF71-0E1F-4205-CFDA-1E4A608A8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438263-6BDD-69A2-2CE0-8510DCDDB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7B53AE-648D-4F7F-53B2-1B00B9557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285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F0CC3-7AD0-EE72-DBAA-AD065ADB0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2D30994-490E-3FC0-C0E9-FABF3124D6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81ABFEA-8BF8-C603-71CF-1DA479C95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9D2C0A-E84E-BCF2-8997-C74C70F6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FA6156-F143-A8D5-5FE0-DDA9DAA1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55D4F7-7BCD-E069-BB5A-EB66DC187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4981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87978-CC2A-F628-D4B7-36020D161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FB098E-478A-C0ED-2E9D-2F5AD7716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D9D929-A45C-7C3B-C45C-7DD4277BC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01F8F8-6F57-ED4C-9F95-67895CE51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CA37C6-8128-137D-70AF-9439B4F2C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2265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80F684A-57C5-3489-FDDF-D110FBBA5A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AEC63D-2B36-B4BA-2F2C-D3F502D4F9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2D5029-79E0-225A-EB0A-7FED7EEA2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DD1BBE-63E5-15FB-CFE3-BCA26CA65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69FBC9-594C-BBDF-736D-FB78E16C4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57082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CD0F8CB-1343-865B-E9F1-F622BB089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55C4A6-A1B3-FE52-0720-E9E7BE04F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BAEAE5-9A72-E536-3384-8BD6B39370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D13CF1-DA5E-43BD-98D2-784DF3AE28BB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3329F9-C546-ADD3-00E2-287E7E0AE0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468E0C-1528-C326-60D9-760A5DDB73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8FE086-3DF6-4A7A-956D-20BA25CE4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873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2FFA7FD-3370-0E73-3E61-0B5D80B5176E}"/>
              </a:ext>
            </a:extLst>
          </p:cNvPr>
          <p:cNvSpPr/>
          <p:nvPr/>
        </p:nvSpPr>
        <p:spPr>
          <a:xfrm>
            <a:off x="584570" y="260324"/>
            <a:ext cx="11272468" cy="345672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20" dirty="0"/>
          </a:p>
        </p:txBody>
      </p:sp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FEECEEE9-CADD-7437-CB41-DF3EF38CE59F}"/>
              </a:ext>
            </a:extLst>
          </p:cNvPr>
          <p:cNvSpPr/>
          <p:nvPr/>
        </p:nvSpPr>
        <p:spPr>
          <a:xfrm>
            <a:off x="343244" y="192033"/>
            <a:ext cx="433419" cy="470516"/>
          </a:xfrm>
          <a:prstGeom prst="round2SameRect">
            <a:avLst>
              <a:gd name="adj1" fmla="val 0"/>
              <a:gd name="adj2" fmla="val 50000"/>
            </a:avLst>
          </a:prstGeom>
          <a:gradFill>
            <a:gsLst>
              <a:gs pos="0">
                <a:srgbClr val="3472FE"/>
              </a:gs>
              <a:gs pos="100000">
                <a:srgbClr val="3472FE">
                  <a:lumMod val="9000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600" spc="-20" dirty="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  <a:cs typeface="Arial" panose="020B0604020202020204" pitchFamily="34" charset="0"/>
                <a:sym typeface="KoPub돋움체 Bold"/>
              </a:rPr>
              <a:t>01</a:t>
            </a:r>
            <a:endParaRPr lang="ko-KR" altLang="en-US" sz="1600" spc="-20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  <a:cs typeface="Arial" panose="020B0604020202020204" pitchFamily="34" charset="0"/>
              <a:sym typeface="KoPub돋움체 Bold"/>
            </a:endParaRPr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0B82C271-6F38-596D-4C6D-30E6098B4598}"/>
              </a:ext>
            </a:extLst>
          </p:cNvPr>
          <p:cNvSpPr/>
          <p:nvPr/>
        </p:nvSpPr>
        <p:spPr>
          <a:xfrm>
            <a:off x="775401" y="188913"/>
            <a:ext cx="61455" cy="71412"/>
          </a:xfrm>
          <a:custGeom>
            <a:avLst/>
            <a:gdLst>
              <a:gd name="connsiteX0" fmla="*/ 0 w 110716"/>
              <a:gd name="connsiteY0" fmla="*/ 0 h 147704"/>
              <a:gd name="connsiteX1" fmla="*/ 110717 w 110716"/>
              <a:gd name="connsiteY1" fmla="*/ 147704 h 147704"/>
              <a:gd name="connsiteX2" fmla="*/ 0 w 110716"/>
              <a:gd name="connsiteY2" fmla="*/ 147704 h 147704"/>
              <a:gd name="connsiteX3" fmla="*/ 0 w 110716"/>
              <a:gd name="connsiteY3" fmla="*/ 0 h 147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716" h="147704">
                <a:moveTo>
                  <a:pt x="0" y="0"/>
                </a:moveTo>
                <a:lnTo>
                  <a:pt x="110717" y="147704"/>
                </a:lnTo>
                <a:lnTo>
                  <a:pt x="0" y="147704"/>
                </a:lnTo>
                <a:lnTo>
                  <a:pt x="0" y="0"/>
                </a:lnTo>
                <a:close/>
              </a:path>
            </a:pathLst>
          </a:custGeom>
          <a:solidFill>
            <a:srgbClr val="012B89">
              <a:alpha val="80000"/>
            </a:srgbClr>
          </a:solidFill>
          <a:ln w="409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sz="1600" spc="-2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584BAF-FE4E-C9FB-9E15-3FC2CF7ADBDC}"/>
              </a:ext>
            </a:extLst>
          </p:cNvPr>
          <p:cNvSpPr txBox="1"/>
          <p:nvPr/>
        </p:nvSpPr>
        <p:spPr>
          <a:xfrm>
            <a:off x="1026271" y="344133"/>
            <a:ext cx="643242" cy="178053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spc="-20" dirty="0">
                <a:latin typeface="프리젠테이션 7 Bold" pitchFamily="2" charset="-127"/>
                <a:ea typeface="프리젠테이션 7 Bold" pitchFamily="2" charset="-127"/>
                <a:sym typeface="KoPub돋움체 Bold"/>
              </a:rPr>
              <a:t>페이지 제목</a:t>
            </a:r>
            <a:endParaRPr lang="en-US" altLang="ko-KR" sz="1400" spc="-20" dirty="0">
              <a:latin typeface="프리젠테이션 7 Bold" pitchFamily="2" charset="-127"/>
              <a:ea typeface="프리젠테이션 7 Bold" pitchFamily="2" charset="-127"/>
              <a:sym typeface="KoPub돋움체 Bol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0CB964-BACE-73E8-F2C0-C8F4F51D7283}"/>
              </a:ext>
            </a:extLst>
          </p:cNvPr>
          <p:cNvSpPr txBox="1"/>
          <p:nvPr/>
        </p:nvSpPr>
        <p:spPr>
          <a:xfrm>
            <a:off x="11532525" y="326810"/>
            <a:ext cx="74905" cy="21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36000" rIns="0" bIns="36000">
            <a:spAutoFit/>
          </a:bodyPr>
          <a:lstStyle>
            <a:lvl1pPr>
              <a:defRPr sz="2000">
                <a:latin typeface="KoPub돋움체 Bold"/>
                <a:ea typeface="KoPub돋움체 Bold"/>
                <a:cs typeface="KoPub돋움체 Bold"/>
                <a:sym typeface="KoPub돋움체 Bold"/>
              </a:defRPr>
            </a:lvl1pPr>
          </a:lstStyle>
          <a:p>
            <a:pPr algn="r"/>
            <a:r>
              <a:rPr lang="en-US" altLang="ko-KR" sz="1200" spc="-20" dirty="0">
                <a:solidFill>
                  <a:srgbClr val="3472FE"/>
                </a:solidFill>
                <a:latin typeface="프리젠테이션 5 Medium" pitchFamily="2" charset="-127"/>
                <a:ea typeface="프리젠테이션 5 Medium" pitchFamily="2" charset="-127"/>
                <a:cs typeface="Arial" panose="020B0604020202020204" pitchFamily="34" charset="0"/>
              </a:rPr>
              <a:t>0</a:t>
            </a:r>
            <a:endParaRPr lang="ko-KR" altLang="en-US" sz="1200" spc="-20" dirty="0">
              <a:solidFill>
                <a:srgbClr val="3472FE"/>
              </a:solidFill>
              <a:latin typeface="프리젠테이션 5 Medium" pitchFamily="2" charset="-127"/>
              <a:ea typeface="프리젠테이션 5 Medium" pitchFamily="2" charset="-127"/>
              <a:cs typeface="Arial" panose="020B0604020202020204" pitchFamily="34" charset="0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5A1ECF6-7EC1-BD60-A673-3DA93078B20F}"/>
              </a:ext>
            </a:extLst>
          </p:cNvPr>
          <p:cNvCxnSpPr>
            <a:cxnSpLocks/>
          </p:cNvCxnSpPr>
          <p:nvPr/>
        </p:nvCxnSpPr>
        <p:spPr>
          <a:xfrm>
            <a:off x="11359054" y="370096"/>
            <a:ext cx="0" cy="12612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래픽 13">
            <a:extLst>
              <a:ext uri="{FF2B5EF4-FFF2-40B4-BE49-F238E27FC236}">
                <a16:creationId xmlns:a16="http://schemas.microsoft.com/office/drawing/2014/main" id="{BCD1FB88-3E3A-5BB0-30B4-D9AB15A300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50420" y="389865"/>
            <a:ext cx="342895" cy="8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806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57</Words>
  <Application>Microsoft Office PowerPoint</Application>
  <PresentationFormat>와이드스크린</PresentationFormat>
  <Paragraphs>30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27" baseType="lpstr">
      <vt:lpstr>Arial</vt:lpstr>
      <vt:lpstr>Calibri</vt:lpstr>
      <vt:lpstr>Pretendard</vt:lpstr>
      <vt:lpstr>Pretendard ExtraBold</vt:lpstr>
      <vt:lpstr>Pretendard Light</vt:lpstr>
      <vt:lpstr>Pretendard Medium</vt:lpstr>
      <vt:lpstr>맑은 고딕</vt:lpstr>
      <vt:lpstr>에이투지체 4 Regular</vt:lpstr>
      <vt:lpstr>에이투지체 7 Bold</vt:lpstr>
      <vt:lpstr>페이퍼로지 4 Regular</vt:lpstr>
      <vt:lpstr>페이퍼로지 5 Medium</vt:lpstr>
      <vt:lpstr>페이퍼로지 6 SemiBold</vt:lpstr>
      <vt:lpstr>페이퍼로지 7 Bold</vt:lpstr>
      <vt:lpstr>페이퍼로지 8 ExtraBold</vt:lpstr>
      <vt:lpstr>프리젠테이션 4 Regular</vt:lpstr>
      <vt:lpstr>프리젠테이션 5 Medium</vt:lpstr>
      <vt:lpstr>프리젠테이션 6 SemiBold</vt:lpstr>
      <vt:lpstr>프리젠테이션 7 Bold</vt:lpstr>
      <vt:lpstr>프리젠테이션 8 ExtraBold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이은호</dc:creator>
  <cp:lastModifiedBy>이은호</cp:lastModifiedBy>
  <cp:revision>1</cp:revision>
  <dcterms:created xsi:type="dcterms:W3CDTF">2026-06-17T07:01:21Z</dcterms:created>
  <dcterms:modified xsi:type="dcterms:W3CDTF">2026-06-17T07:06:40Z</dcterms:modified>
</cp:coreProperties>
</file>