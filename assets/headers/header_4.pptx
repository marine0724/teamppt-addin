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2172-F70B-C9DA-A0AB-AD941467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1C0462-E317-8CF8-449E-0EF3D140CE8A}"/>
              </a:ext>
            </a:extLst>
          </p:cNvPr>
          <p:cNvSpPr/>
          <p:nvPr/>
        </p:nvSpPr>
        <p:spPr>
          <a:xfrm>
            <a:off x="11668480" y="305509"/>
            <a:ext cx="62488" cy="139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000" spc="-64" dirty="0">
                <a:solidFill>
                  <a:srgbClr val="347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764554-5593-54FE-2E60-5BD288D8A0CF}"/>
              </a:ext>
            </a:extLst>
          </p:cNvPr>
          <p:cNvSpPr/>
          <p:nvPr/>
        </p:nvSpPr>
        <p:spPr>
          <a:xfrm>
            <a:off x="334963" y="188913"/>
            <a:ext cx="373091" cy="385330"/>
          </a:xfrm>
          <a:prstGeom prst="rect">
            <a:avLst/>
          </a:prstGeom>
          <a:solidFill>
            <a:srgbClr val="347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spc="-7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6F98F7-9943-98BB-BBE0-24FFF32027A8}"/>
              </a:ext>
            </a:extLst>
          </p:cNvPr>
          <p:cNvSpPr/>
          <p:nvPr/>
        </p:nvSpPr>
        <p:spPr>
          <a:xfrm>
            <a:off x="883603" y="274878"/>
            <a:ext cx="1603003" cy="20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제목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소제목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A1F60A-5F3F-68D6-3973-FB0B4F561FF6}"/>
              </a:ext>
            </a:extLst>
          </p:cNvPr>
          <p:cNvSpPr/>
          <p:nvPr/>
        </p:nvSpPr>
        <p:spPr>
          <a:xfrm>
            <a:off x="461032" y="311628"/>
            <a:ext cx="120955" cy="139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DFCFDB60-7FAE-CDEC-24D8-2BA757F8B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243" y="327834"/>
            <a:ext cx="34289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