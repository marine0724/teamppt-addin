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2700" y="96"/>
      </p:cViewPr>
      <p:guideLst>
        <p:guide orient="horz" pos="2160"/>
        <p:guide pos="3840"/>
        <p:guide pos="211"/>
        <p:guide pos="7469"/>
        <p:guide orient="horz" pos="1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F11FF-F5EB-F143-7954-D15C6254E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588C8-B288-A1CB-A6ED-726990529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570AB4-F2A7-B335-6802-0C1AC2D52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855D2-9480-B1BD-32C0-3C1F2020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CC843-D4B6-E303-04B1-4A47C82D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92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6166A-698C-91A7-59AE-85487993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41D22F-B480-EF43-3667-2032A576A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8BE0A9-FA11-588B-AC7A-627ECD24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6A0932-9319-063B-1737-BB624913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84E027-FB2A-6A3F-9672-29CC5805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86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F9B6D-BCAB-5C14-6643-C7C9B5DC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3FCEF7-7428-E481-085D-49F45FAB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6219B-40C8-3A04-CD7D-B1664DD1D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1A303B-B4DE-EBD6-F0F3-AD1B70C1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BA293-8CD8-3F00-3FEB-48BD47A4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98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BC25D-16D6-4561-FF8B-B79A97994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272BDE-5707-CFB8-0041-B8C31BC29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2FECB9-F851-952D-4157-64B7ABAD9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7FC665-2BE9-7ABB-7259-DA8304EE1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E282C4-93CC-4E60-A4F5-E319A0D7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83808F-0B37-89B8-5DB0-7A2ECDFB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78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920E3-0CC7-0508-E670-53535326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0F60ED-0226-395A-7770-6ACC8A87B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5FC01D-8CF2-D55D-49A2-254F4FA94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41788C-37F2-23D1-5104-ABFCA6588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988EF0-5AB0-9F81-884C-25E7426B8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1D9169-335C-DE6C-C3C9-D904DBBB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185C59-E0BB-1706-523C-0CF0DE1E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59262C2-3058-EBFD-B014-BDCE39FC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20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DB12D-90F1-E5A3-1686-3EBAEAFB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7A9976-FB4A-3495-33B7-1DCD1751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366E53-BEC7-6FB2-47FD-576063A2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331308-6FA3-BD41-DA5C-0F49EE087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21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A7BA7B-0E97-1A05-30E6-D8040F148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7E6CC6-6C35-A618-52DB-C9F7742F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E21CBE-646F-7C73-E13A-70F435E0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95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6912C-3F4E-99D5-D3F1-B1C800B3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1F41E2-03A0-B73A-E2B2-23BD24A37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94B399-C4E6-5C3B-EF5D-B49CAB545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0CFF71-0E1F-4205-CFDA-1E4A608A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438263-6BDD-69A2-2CE0-8510DCDDB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7B53AE-648D-4F7F-53B2-1B00B955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28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F0CC3-7AD0-EE72-DBAA-AD065ADB0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D30994-490E-3FC0-C0E9-FABF3124D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1ABFEA-8BF8-C603-71CF-1DA479C95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9D2C0A-E84E-BCF2-8997-C74C70F6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FA6156-F143-A8D5-5FE0-DDA9DAA1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55D4F7-7BCD-E069-BB5A-EB66DC18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9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87978-CC2A-F628-D4B7-36020D16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FB098E-478A-C0ED-2E9D-2F5AD7716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D9D929-A45C-7C3B-C45C-7DD4277B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01F8F8-6F57-ED4C-9F95-67895CE5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CA37C6-8128-137D-70AF-9439B4F2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26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0F684A-57C5-3489-FDDF-D110FBBA5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AEC63D-2B36-B4BA-2F2C-D3F502D4F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2D5029-79E0-225A-EB0A-7FED7EEA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DD1BBE-63E5-15FB-CFE3-BCA26CA6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9FBC9-594C-BBDF-736D-FB78E16C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5708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D0F8CB-1343-865B-E9F1-F622BB089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55C4A6-A1B3-FE52-0720-E9E7BE04F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BAEAE5-9A72-E536-3384-8BD6B3937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3329F9-C546-ADD3-00E2-287E7E0AE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468E0C-1528-C326-60D9-760A5DDB7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87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AEE8A-E692-4787-3B4B-8205FBCF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93B271E9-E410-9149-6811-055CD1DFD9C1}"/>
              </a:ext>
            </a:extLst>
          </p:cNvPr>
          <p:cNvSpPr/>
          <p:nvPr/>
        </p:nvSpPr>
        <p:spPr>
          <a:xfrm>
            <a:off x="334963" y="188913"/>
            <a:ext cx="6858000" cy="989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C745339C-A356-FD39-7E4A-212B0F200D81}"/>
              </a:ext>
            </a:extLst>
          </p:cNvPr>
          <p:cNvCxnSpPr>
            <a:cxnSpLocks/>
          </p:cNvCxnSpPr>
          <p:nvPr/>
        </p:nvCxnSpPr>
        <p:spPr>
          <a:xfrm>
            <a:off x="0" y="524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AE073652-6E32-9A56-E417-7F15574DB40F}"/>
              </a:ext>
            </a:extLst>
          </p:cNvPr>
          <p:cNvSpPr txBox="1"/>
          <p:nvPr/>
        </p:nvSpPr>
        <p:spPr>
          <a:xfrm>
            <a:off x="11284931" y="274537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3472F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Pretendard" panose="02000503000000020004" pitchFamily="50" charset="-127"/>
              </a:rPr>
              <a:t>0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3472FE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  <a:cs typeface="Pretendard" panose="02000503000000020004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74BAF2E-8583-141A-663F-5089093E9C8D}"/>
              </a:ext>
            </a:extLst>
          </p:cNvPr>
          <p:cNvSpPr txBox="1"/>
          <p:nvPr/>
        </p:nvSpPr>
        <p:spPr>
          <a:xfrm>
            <a:off x="7110251" y="295559"/>
            <a:ext cx="841212" cy="153888"/>
          </a:xfrm>
          <a:prstGeom prst="rect">
            <a:avLst/>
          </a:prstGeom>
          <a:noFill/>
        </p:spPr>
        <p:txBody>
          <a:bodyPr wrap="none" lIns="180000" tIns="0" rIns="180000" bIns="0" rtlCol="0">
            <a:spAutoFit/>
          </a:bodyPr>
          <a:lstStyle>
            <a:defPPr>
              <a:defRPr lang="ko-KR"/>
            </a:defPPr>
            <a:lvl1pPr algn="ctr">
              <a:defRPr sz="1400" b="1">
                <a:solidFill>
                  <a:srgbClr val="08348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72FE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Pretendard" panose="02000503000000020004" pitchFamily="50" charset="-127"/>
              </a:rPr>
              <a:t>목차 입력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20E3CA5-EDDF-8652-81B7-4DA3DFB2C409}"/>
              </a:ext>
            </a:extLst>
          </p:cNvPr>
          <p:cNvSpPr txBox="1"/>
          <p:nvPr/>
        </p:nvSpPr>
        <p:spPr>
          <a:xfrm>
            <a:off x="8132078" y="295559"/>
            <a:ext cx="841210" cy="153888"/>
          </a:xfrm>
          <a:prstGeom prst="rect">
            <a:avLst/>
          </a:prstGeom>
          <a:noFill/>
        </p:spPr>
        <p:txBody>
          <a:bodyPr wrap="none" lIns="180000" tIns="0" rIns="180000" bIns="0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Pretendard" panose="02000503000000020004" pitchFamily="50" charset="-127"/>
              </a:rPr>
              <a:t>목차 입력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5B424E4-D8EF-50FD-3C36-085805B53CE2}"/>
              </a:ext>
            </a:extLst>
          </p:cNvPr>
          <p:cNvSpPr txBox="1"/>
          <p:nvPr/>
        </p:nvSpPr>
        <p:spPr>
          <a:xfrm>
            <a:off x="9153903" y="295559"/>
            <a:ext cx="841210" cy="153888"/>
          </a:xfrm>
          <a:prstGeom prst="rect">
            <a:avLst/>
          </a:prstGeom>
          <a:noFill/>
        </p:spPr>
        <p:txBody>
          <a:bodyPr wrap="none" lIns="180000" tIns="0" rIns="180000" bIns="0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 defTabSz="457200" latinLnBrk="0">
              <a:defRPr/>
            </a:pPr>
            <a:r>
              <a:rPr lang="ko-KR" altLang="en-US" sz="1000" dirty="0">
                <a:solidFill>
                  <a:prstClr val="white">
                    <a:lumMod val="7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목차 입력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FA12F32-8DCE-22C8-70CF-8CA3B80B3F17}"/>
              </a:ext>
            </a:extLst>
          </p:cNvPr>
          <p:cNvSpPr txBox="1"/>
          <p:nvPr/>
        </p:nvSpPr>
        <p:spPr>
          <a:xfrm>
            <a:off x="10175727" y="295559"/>
            <a:ext cx="841210" cy="153888"/>
          </a:xfrm>
          <a:prstGeom prst="rect">
            <a:avLst/>
          </a:prstGeom>
          <a:noFill/>
        </p:spPr>
        <p:txBody>
          <a:bodyPr wrap="none" lIns="180000" tIns="0" rIns="180000" bIns="0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 defTabSz="457200" latinLnBrk="0">
              <a:defRPr/>
            </a:pPr>
            <a:r>
              <a:rPr lang="ko-KR" altLang="en-US" sz="1000" dirty="0">
                <a:solidFill>
                  <a:prstClr val="white">
                    <a:lumMod val="7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목차 입력</a:t>
            </a: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1C755D93-0EA7-1BFC-68C7-8604177CF3FF}"/>
              </a:ext>
            </a:extLst>
          </p:cNvPr>
          <p:cNvCxnSpPr>
            <a:cxnSpLocks/>
          </p:cNvCxnSpPr>
          <p:nvPr/>
        </p:nvCxnSpPr>
        <p:spPr>
          <a:xfrm>
            <a:off x="7023356" y="524000"/>
            <a:ext cx="1014275" cy="0"/>
          </a:xfrm>
          <a:prstGeom prst="line">
            <a:avLst/>
          </a:prstGeom>
          <a:ln w="12700" cap="rnd">
            <a:solidFill>
              <a:srgbClr val="3472FE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0013B9D8-5A80-7B2D-D31B-2253A6136DA1}"/>
              </a:ext>
            </a:extLst>
          </p:cNvPr>
          <p:cNvSpPr txBox="1"/>
          <p:nvPr/>
        </p:nvSpPr>
        <p:spPr>
          <a:xfrm>
            <a:off x="653473" y="263475"/>
            <a:ext cx="1288449" cy="169277"/>
          </a:xfrm>
          <a:prstGeom prst="rect">
            <a:avLst/>
          </a:prstGeom>
          <a:noFill/>
        </p:spPr>
        <p:txBody>
          <a:bodyPr wrap="none" lIns="180000" tIns="0" rIns="180000" bIns="0" rtlCol="0" anchor="ctr" anchorCtr="0">
            <a:spAutoFit/>
          </a:bodyPr>
          <a:lstStyle>
            <a:defPPr>
              <a:defRPr lang="ko-KR"/>
            </a:defPPr>
            <a:lvl1pPr algn="ctr">
              <a:defRPr sz="1400" b="1">
                <a:solidFill>
                  <a:srgbClr val="08348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472FE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Pretendard" panose="02000503000000020004" pitchFamily="50" charset="-127"/>
              </a:rPr>
              <a:t>페이지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472FE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Pretendard" panose="02000503000000020004" pitchFamily="50" charset="-127"/>
              </a:rPr>
              <a:t>제목 입력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3472FE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Pretendard" panose="02000503000000020004" pitchFamily="50" charset="-127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0264A91D-E3DA-77DE-76EB-8073A337665A}"/>
              </a:ext>
            </a:extLst>
          </p:cNvPr>
          <p:cNvSpPr/>
          <p:nvPr/>
        </p:nvSpPr>
        <p:spPr>
          <a:xfrm>
            <a:off x="352981" y="315915"/>
            <a:ext cx="70836" cy="64397"/>
          </a:xfrm>
          <a:prstGeom prst="rect">
            <a:avLst/>
          </a:prstGeom>
          <a:solidFill>
            <a:srgbClr val="347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8DBE3316-099D-BA25-2A96-23C816DA02BF}"/>
              </a:ext>
            </a:extLst>
          </p:cNvPr>
          <p:cNvSpPr/>
          <p:nvPr/>
        </p:nvSpPr>
        <p:spPr>
          <a:xfrm>
            <a:off x="453145" y="315915"/>
            <a:ext cx="70836" cy="643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8073370A-A482-9D54-B6CC-F6944D80F08A}"/>
              </a:ext>
            </a:extLst>
          </p:cNvPr>
          <p:cNvSpPr/>
          <p:nvPr/>
        </p:nvSpPr>
        <p:spPr>
          <a:xfrm>
            <a:off x="553309" y="315915"/>
            <a:ext cx="70836" cy="643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E4A46C2C-A0E6-DD79-631A-327DCCD4EDBD}"/>
              </a:ext>
            </a:extLst>
          </p:cNvPr>
          <p:cNvSpPr/>
          <p:nvPr/>
        </p:nvSpPr>
        <p:spPr>
          <a:xfrm>
            <a:off x="653473" y="315915"/>
            <a:ext cx="70836" cy="643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640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</Words>
  <Application>Microsoft Office PowerPoint</Application>
  <PresentationFormat>와이드스크린</PresentationFormat>
  <Paragraphs>30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27" baseType="lpstr">
      <vt:lpstr>Arial</vt:lpstr>
      <vt:lpstr>Calibri</vt:lpstr>
      <vt:lpstr>Pretendard</vt:lpstr>
      <vt:lpstr>Pretendard ExtraBold</vt:lpstr>
      <vt:lpstr>Pretendard Light</vt:lpstr>
      <vt:lpstr>Pretendard Medium</vt:lpstr>
      <vt:lpstr>맑은 고딕</vt:lpstr>
      <vt:lpstr>에이투지체 4 Regular</vt:lpstr>
      <vt:lpstr>에이투지체 7 Bold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프리젠테이션 4 Regular</vt:lpstr>
      <vt:lpstr>프리젠테이션 5 Medium</vt:lpstr>
      <vt:lpstr>프리젠테이션 6 SemiBold</vt:lpstr>
      <vt:lpstr>프리젠테이션 7 Bold</vt:lpstr>
      <vt:lpstr>프리젠테이션 8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이은호</dc:creator>
  <cp:lastModifiedBy>이은호</cp:lastModifiedBy>
  <cp:revision>1</cp:revision>
  <dcterms:created xsi:type="dcterms:W3CDTF">2026-06-17T07:01:21Z</dcterms:created>
  <dcterms:modified xsi:type="dcterms:W3CDTF">2026-06-17T07:06:40Z</dcterms:modified>
</cp:coreProperties>
</file>